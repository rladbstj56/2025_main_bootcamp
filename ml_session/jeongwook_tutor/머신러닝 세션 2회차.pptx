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4" r:id="rId4"/>
    <p:sldId id="261" r:id="rId5"/>
    <p:sldId id="265" r:id="rId6"/>
    <p:sldId id="266" r:id="rId7"/>
    <p:sldId id="267" r:id="rId8"/>
    <p:sldId id="262" r:id="rId9"/>
    <p:sldId id="268" r:id="rId10"/>
    <p:sldId id="269" r:id="rId11"/>
    <p:sldId id="271" r:id="rId12"/>
    <p:sldId id="270" r:id="rId13"/>
    <p:sldId id="257" r:id="rId14"/>
    <p:sldId id="258" r:id="rId15"/>
    <p:sldId id="259" r:id="rId16"/>
    <p:sldId id="263" r:id="rId17"/>
    <p:sldId id="272" r:id="rId18"/>
    <p:sldId id="274" r:id="rId19"/>
    <p:sldId id="273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27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45283" units="1/cm"/>
          <inkml:channelProperty channel="Y" name="resolution" value="37.24138" units="1/cm"/>
          <inkml:channelProperty channel="T" name="resolution" value="1" units="1/dev"/>
        </inkml:channelProperties>
      </inkml:inkSource>
      <inkml:timestamp xml:id="ts0" timeString="2025-11-17T01:31:27.7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11730 5327 0,'-35'0'31,"-36"0"-15,18 0 0,-53 18-1,-70-18 1,-247 17-1,-107 54 1,19-36 0,17-17-1,159-18 1,106 0 0,-1 17-1,19 1 1,17 0-1,0-18 1,-18 0 0,-17 0-1,105-18 1,1 18-16,17-18 16,35 18-1,36 0-15,17 0 16,-35 0-1,-17 0 1,-1 0 0,18 0-1,18 0 1,17 0 0,-17 0-1,0 0 1,0-17-1,-1 17 1</inkml:trace>
  <inkml:trace contextRef="#ctx0" brushRef="#br0" timeOffset="1375.33">5891 7620 0,'71'0'125,"17"0"-109,53 18 0,53-18-1,18 35 1,105-17 0,19-18-1,52 0 1,-88 0-1,17-18 1,36 18 0,17 0-1,-17 0 1,-18 0 0,-35 0-1,-177 0 1,19 0-16,-1 0 15,194 18 1,88 17 0,-52 0-1,-89-35 1,-71 0 0,-105 0-1,-70 0 1,-1 0-1</inkml:trace>
  <inkml:trace contextRef="#ctx0" brushRef="#br0" timeOffset="2541.55">3104 6403 0,'0'70'47,"36"107"-31,34 105-1,1-158 1,-36-19 0,-17-52-1,-18-17 1,35-54 46,-35-35-46,123-194 15,36-106-15,-35 89-16,52-54 16,71-211-1,-212 212 1,-35 228-16</inkml:trace>
  <inkml:trace contextRef="#ctx0" brushRef="#br0" timeOffset="14271.99">5821 10054 0,'35'-17'47,"-17"17"-31,35 0-1,52 0 1,54 0 0,-71 0-1,177-18 1,-141 0 0,-1 18-1,53 0 1,36 0-1,-124 0 1,106 0 0,36-17-1,-19 17 1,-52 0 0,17 0-1,18 0 1,0 0-1,36 0 1,52 0 0,35 0-1,-34 0 1,-72 17 0,-17-17-1,-88-17 1,35-1-16,0 18 15,159 0 1,-123 0-16,-19 0 16,195 0-1,-71 0 1,1-18 0,16-17-1,54 35 1,0 0-1,-141 0 1,-124 0 0</inkml:trace>
  <inkml:trace contextRef="#ctx0" brushRef="#br0" timeOffset="29199.99">5450 12030 0,'36'0'31,"17"17"-15,388 107 0,35-54 15,582-17-15,-141-53 15,-211 0 0,-247-35 0,-248 35-31,265-53 16,-123 53 0,-141 18-16,564-1 31,-564-17-16,264-123 1,-211 70 15,317-18 1,-300 36-17,-35-18 16</inkml:trace>
  <inkml:trace contextRef="#ctx0" brushRef="#br0" timeOffset="31984.42">4886 10689 0,'53'53'47,"-35"35"-31,34-35-1,-16 0 1,-36-35 0,17-1-1,1 19 1,0-19 0,-18 1-1,17-36 48,19-70-48,-1-53 1,18 35 0,0 0-1,-18 18 1,71-53-1,-36 0 1,-34 70 0,-19 71-1</inkml:trace>
  <inkml:trace contextRef="#ctx0" brushRef="#br0" timeOffset="34527.94">13229 10089 0,'0'36'47,"18"70"-31,17 70-1,18 71 1,18-18-1,17-88 1,-71-70 0,1-54-1,0-34 79,-1-1-78,230-370-1,141-317 17,-211 405-17</inkml:trace>
  <inkml:trace contextRef="#ctx0" brushRef="#br0" timeOffset="36936.47">13088 10072 0,'0'35'31,"0"-17"-15,53 140-1,141 231 17,-141-284-17,-18-16 16,-17-72-15,-18 18 15,0 1-15,17-1-16,19 53 31,-36-53-15,35 18-1,-35-35 1,18-53 62,70-89-62,53-123-1,18 18 1,52-106 0,283-688 15,-300 458-15,-141 424-16,18 0 15,-18-18 1,-18 71-1,-35 53 1</inkml:trace>
  <inkml:trace contextRef="#ctx0" brushRef="#br0" timeOffset="41984.21">10619 13899 0,'17'-17'157,"1"17"-142,0 0-15,-1 0 16,18 0-1,-17 0 1,35 0 0,-18 0-16,1 0 15,52 0 1,35 0 0,71 0-1,18 0 1,0-18-1,-54 18 1,-52 0 0,-53 0-1,0 0 1,-18 0 0,1 0-1,34 0 1,18 0-1,36-35 1,-36 17 0,-17 18-1,17 0 1,35-17 0,-52 17-1,17 0-15,0 0 16,71 0-1,-89 0-15,-17 0 16,-35 0-16,0 0 16,-1 0-1,36 0 1,0 0 0,53 0-1,-36 0 1</inkml:trace>
  <inkml:trace contextRef="#ctx0" brushRef="#br0" timeOffset="47407.38">6967 13917 0,'36'0'47,"-19"0"-32,71 0 1,71 0 0,35 0-1,36 0 1,34 0 0,-17 0-1,-71 0 1,1 0-1,-54 0 1,-17 0 0,53 0-1,-18 18 1,-35-18 0,0 0-1,-71 0 1,-17 0-1</inkml:trace>
  <inkml:trace contextRef="#ctx0" brushRef="#br0" timeOffset="50423.3">1393 13018 0,'18'17'62,"35"18"-46,71 195 15,-72-124-15,-16 17-1,17 0 1,-36-34-1,36-1 1,-35-53 0,-18-52 46,17 17-46,1-18-1,17-70 1,36-89 0,-1-52-1,36-18 1,53-106 0,141-405-1,-159 317 1,0-35-16,-17 88 15,87-247 1</inkml:trace>
  <inkml:trace contextRef="#ctx0" brushRef="#br0" timeOffset="55484.29">2152 15346 0,'18'0'32,"-18"35"-17,35 36 1,-35-1 0,17-17-1,-17 18 1,36-1-1,-19 1 1,1-54 0,0-17 62,-1 36-63,1-1 1,-18-17 78,35-18-79,-17 17 1,-18 1 0,35 70-1,53 88 1,-52-105 0,-19-71-1,1 0 32,0-18 16,52-52-48,195-107 1,35-52-1,-36-35 1,-140 105 0,-19-35-16,37-71 15,175-282-15</inkml:trace>
  <inkml:trace contextRef="#ctx0" brushRef="#br0" timeOffset="56590.32">4974 17321 0,'18'-17'16,"35"17"-1,17-18-15,54 18 16,211-35 0,-123 17-16,758 18 31,-600 0-16,1182-35 1,-529-18 0,-88 35-1,-212 18 1,-193 0 0,-89 18-1,264 35 16,-440-35-15,140-1 15,-175 1-15,-36-18 0,-88 0-1,-71 0 1,-17 0-1</inkml:trace>
  <inkml:trace contextRef="#ctx0" brushRef="#br0" timeOffset="59734.91">12100 16316 0,'0'-35'47,"53"-1"-32,35 19 1,-17-89 0,-36 35-16,53-34 15,124-213 1,-71 124-16,18-35 15,282-406 1,18-36 0,158-16-1,71 52 1,106 88 0,70-71-1,0 54 1,-194-36-1,-264 230 1,-88 17 0,-89 88-1,-35 36 1,-35-124 0,-1-35-1,-52 177 1,-18-19-16,177-140 15,-106 193 1,0 36-16,17 18 16,159-18-1,-176 106-15,0-1 16,158 19 0,124 52-1,141 159 1,53 123-1,-194 19 1,-88 16 0,-36 177-1,89 124 1,-35-36 0,-89-105-1,-123-124 1,-71-35-1,-71-177 1,1 89 0,0-177-16,17 0 15,35 89 1,-52-54 0,-18-17-1,0-88 1,0-1-1,18 36 1,35 53 0,-18 53-1,-17-71 1,-18-70 0,-36-71 62,-34-89-63,-54-16 17,107 140-17,-1 18-15,-17 0 31,-36 0-15,-17-18 0,35-17-1,18 18 1,35-1 15,-36-17-15,36 17-1,0 36 32,0 35-31,36 17 0,52 54-1,-17-1 1,-19-105-1,-34-1-15,0-17 16,-1 0 0,1 18-16,0-18 31,-1 18-15,1-18-1,0 17 1,-1-34 46,36-177-46,88-177 0,36-17-1,-19 124 1,1 52-1,-18 88 1,0 19 0,-70 34-1,-1 36-15</inkml:trace>
  <inkml:trace contextRef="#ctx0" brushRef="#br0" timeOffset="62286.86">27852 15575 0,'-18'0'109,"-17"-17"-78,17 17-15,-17 0 0,0 0-1,-18 0 1,17 0 0,19 0-16,-36 0 31,35 0-16,1 0 17,-1 0-17,-35 0 1,18 17 0,17 1-1,1-1 32,-19 19-16,19-36-15,-1 17 0,18 1 30,-18 17-30,18-17 0,0 35-1,0 0 1,0 0 0,0-18-1,18 35 1,-18 1-1,0 0 1,0-36 0,18-18-1,-18 1 1,0 17 0,53 18-1,-53 0 1,35-17-1,-18-1 1,-17-18 0,36 19-1,-1-19 1,18 19 0,-18-36-1,36 17 1,-36 1-16,-17 0 15,17-18 1,-17 0 0,-1 17-1,1-17 1,17 0 0,0 0-1,18 0 1,0 0-1,0 0 17,-35 0-17,-1 0 1,1-35 0,17-18 15,-35 0-16,36-88 17,-19 106-17,-17-1 1,0 1 0,-17-106-1,-19 35 1,19 71-16,-19-89 31,36 89-15,0 18-1,-17-1 1,-36-17 0,18-1-1,-1 1 1,36 17-1,-17 1-15,-1-1 32,-17 18-17,-18 0-15,0 0 16,-53 0 0,88 0-1,1 0 16,-1 0 16</inkml:trace>
  <inkml:trace contextRef="#ctx0" brushRef="#br0" timeOffset="64735.51">28187 3457 0,'-18'0'47,"18"35"-31,-53 1 0,36 34-1,17-34 1,-71 122-1,54-34-15,-1-36 16,-35 282 0,0 354-1,-17-160 17,-36-17-1,106 405 16,35-475-32,18 87 17,0-476-17,17-35 1,54-18-1,-18-17 1,-36-18 0,71-88-1,-70 35 1,141-106 0,-54 36-1,72-318 16,-230 35-15,-106-70 0,70 105-1,1 107 1,18 123 0,-72-283-1,-210-87 16,157 211-15,72 194-16,-71-158 31,88 105-15,0 35 0,35 54-1,18 52 1,0 1-1</inkml:trace>
  <inkml:trace contextRef="#ctx0" brushRef="#br0" timeOffset="65624.19">27605 5468 0,'0'18'31,"0"17"-15,-35 36-1,-89 34 1,-105 54 0,-106 35-1,88 0 1,70-88-1,89-35 1,18-36 0,-19 35-1,36 36 1,36-35 0,17-1-1,70 19 1,89 34-1,-106-70 1,53 70 0,-36-105-16,1 17 15,105 18 1,54-35 0,-19-18-1,-122 0 1,-72-18-1,-17-17 1,18 35 0,-18-18 31,0 1-47</inkml:trace>
  <inkml:trace contextRef="#ctx0" brushRef="#br0" timeOffset="66580.99">28452 5927 0,'70'-18'15,"1"18"-15,-212 18 0,440-36 16,89 18 0,-17 18-1,-177-1 1,-124-17 0,-17 18-1,71 0 1,35 17-1,-1 35 1,-17-17 0,-70 18-1,-53-1 1,-1 54 0,-17-71-1,0 35 1,0-70-16,18 17 15,-36 0 1,-88 36 0,-141 17-1,-70-35 1,70 0 0,71-18-1,87-17 1,19-18-1,-89 17 1,-105 1 0,70-18-1,141 0 1,17 0-16,19 0 16</inkml:trace>
  <inkml:trace contextRef="#ctx0" brushRef="#br0" timeOffset="69703.6">28663 4057 0,'-70'0'31,"-248"-35"-15,1 35-1,176 35 1,70 18 0,0 0-1,-17 17 1,18 19 0,17 52-1,53-18 1,35 36-1,71 17 1,-36-70 0,-17 0-1,36 35 17,228 88-17,-246-158 1,158 52-1,-176-105 17,88-18-17,141 53 17,-123-71-1,-89-35-16,72-88 17,-54 18-17,-88 52-15,-71-211 32,-35 35-17,36 141 1,-89-158-1,-17 70 17,70 158-17,-88-34 1,88 70 0,18-18-1,0 18 1,35 0-1,-106 0 1,18 35-16,-18 36 16,-106 141-1,107-36 1,87-35 0,36-17-1,105 87 1,160 107-1,52-89 1,-88-123 0,-71-106-1,19 0 1,87 0 0,-141-18-1,71 1 1,-106-1-16,-18 0 15,36-70 1,34-123 0,-16-19-1,-19 1 1,-35 35 0,-70 17-1,-88 1 1,-124 17-1,70 54 1,72 105 0,34 0-1,-105 52 1,-107 125 0,160-89-1,-142 194 1,195-176-16,-1 70 15,36 89 1,35-53 0,35-71-1,36-88 1,17-18 0,71-35-1,158 0 1,-70-53-1,88-17 1,-88-36 0,-53 0-1,-123-53 1,-71-35 0,-18-18-1,-17 107 1,17-1-16,-123-141 31,-18 159-15,106 70-16,-35-17 15,-53 35 1,35-18-16,-70 18 31,105 35-15,-17 1-1,18 17 1,34-18 0,19-18-1</inkml:trace>
  <inkml:trace contextRef="#ctx0" brushRef="#br0" timeOffset="71601.77">28540 4568 0,'-36'-88'32,"72"176"-32,-72-193 15,54 52-15,0 35 16,52-70 0,107 0-1,105 0 1,88 88-1,-35 35 1,-88 88 0,-141-52-1,18 88 1,70 123 0,0 71-1,194 493 1,-53-87 15,18 528 0,-353-1022-15,0-177 0,-212 406-1,89-265 1,-407 406-1,-140-158 17,194-213-1,194-123 0,246-141 0,-69-264 1,87-407-1,159 336 16,-53 318-32,-70 52 1,246 282 0,-140-140-1,140 246 1,-140-194 0,17 230 15,-70-230-16,-54 1 17,-52-177-1,17 17-15,1 18 15,17-17-16,0-53-15,-18-36 79,-105-35-64,-124-71 1,-71 19-1,89 34 1,123 53 0,88 18-1,18 18 17,18 17-17,53 89 16,-36-89-15,0 18 0,53 53-1,36 35 1,-36-18 0,-35-70-1,-18-35 1,36 35-1,-1 17 1,-17-52 0,-35-18-1,35-70 1,35-54 0,18-17-1,0 35 1,-53 53-1,52-53 1,-34 36-16,-18-18 16,106-142-1,-89 142-15,-17 18 16,-18 34 0,-17 36 15,0 0-16,-1 0 1</inkml:trace>
  <inkml:trace contextRef="#ctx0" brushRef="#br0" timeOffset="73624.1">27764 4286 0,'-71'124'32,"-17"17"-17,0 0 1,52-35-1,19 70 1,87 18 0,36-70-1,176 105 1,-193-158-16,34-1 16,1 1-1,52-1 1,106 54-1,36-19 1,-71-69 0,-124-54-1,1-70 1,-72 0 0,1-18-1,-35 0 1,0-17-1,-1-1 1,-17 1 0,0-18-1,-141-1 1,88 54 0,-88-18-1,123 71-15,1 17 16,-1 1-1,-17 17 17,-106 0-17,-318 0 17,336 17-17,17 19 1,0-36-1,-141 17 1,0 54 0,18 52-1,141-70 1,17 18 0,18 35-1,53-71 1,-35 36-1,17-36-15,18 0 16,0 0 0,36 36-1,69-18 1,19 35 0,17-17-1,53-1 1,106 18-1,35-70 1,-70-53 0,-107-89-1,-69 1 1,-19-1 0,1 36-1,-1 18 1,-35-72-1,-17-34 1,-18-53 0,-35 141-1,-36-89 1,54 124-16,-19 18 16,-246-230 15,194 195-31,-71-36 31,124 88-15,17 18-1,-35 0 1,-105 0 0,-54 0-1,36 0 1,70 18-1,70 0 1,-16 17 0,-54 18-1,-18 53 1,18 52 0,36-16-1,52-54 1,1-35-1,-19 17 1,1 36 0,17-71-1,-35 106 1,18-17 0,18-89-16</inkml:trace>
  <inkml:trace contextRef="#ctx0" brushRef="#br0" timeOffset="75493.94">27605 14076 0,'0'53'15,"0"106"1,0-18-1,0 0 1,0 17 15,0-52-15,17 0 0,1-35-1,-18 17 1,0 18-1,0 17 1,0-17 0,35-71 15,-35-52 63,-17-1-79,-19 0 32,-34-105-31,-248-318-1,160 282 17,158 142-1,0 34 47,17 36-47,19-18-31,-1 1 16,177 281 0,-124-193 15,-35-107 0,0 19 0,-1-36 1,-34 0-17,0 0 1,-1 0-1,19 0 17,52-53-17,53-53 1,-18-35 0,-17-18-1,-88 71 1,17 35-1,-35 18 1,36 17 0,-19-17-1</inkml:trace>
  <inkml:trace contextRef="#ctx0" brushRef="#br0" timeOffset="92843.12">27605 13617 0,'35'71'47,"-17"17"-32,-18 0 1,0-35 15,0 18-15,0 281 15,0-228-15,0 70 15,0-71-16,53 36 1,0-53 0,-53-71-1,17-17 1,-17 17 31,0 0-32,0 1 1,0-19 125,-53 230-110,18-141-15,17-71-1,18-52 63,-35-1-62,-18-52 0,36-19-1,-19-16 1,1-1-1,-18 35 1,-35-17 0,-18-53-1,0-36 17,89 142-32,17 0 15,-36 17 1,19 18-1,34 18 95,72 88-95,69 176 1,54-53 0,-89-123-1,-70-71 1,-17 1 0,-1-1-1,-17-17-15,70 70 31,-35-88-15,-36-18 15,1-35-15,17-70 0,18-71-1,-18 106 1,18-142-1,0 107-15,-17-1 16,-1-52 0,0 88-16,-17 52 0</inkml:trace>
  <inkml:trace contextRef="#ctx0" brushRef="#br0" timeOffset="94295.8">23001 14517 0,'0'17'46,"-106"125"-30,-35 69 0,35 1-1,53-106 1,36-53 0,17-36-1,0 1 16,35-18-31</inkml:trace>
  <inkml:trace contextRef="#ctx0" brushRef="#br0" timeOffset="94568.54">22913 14764 0,'0'0'0,"159"317"16,52 36 31,-193-318-32,-18-52 17</inkml:trace>
  <inkml:trace contextRef="#ctx0" brushRef="#br0" timeOffset="94826.92">23424 14393 0,'53'230'16,"18"458"15,-53-618 0</inkml:trace>
  <inkml:trace contextRef="#ctx0" brushRef="#br0" timeOffset="95087.61">23830 14340 0,'-35'53'31,"0"141"-15,35-88-1,0-88 1,0-53 15</inkml:trace>
  <inkml:trace contextRef="#ctx0" brushRef="#br0" timeOffset="95271.31">24112 14393 0,'0'0'0,"177"283"16,-71-142 15,-1-106 0,-69-17-15</inkml:trace>
  <inkml:trace contextRef="#ctx0" brushRef="#br0" timeOffset="95536.85">24042 14870 0,'0'0'0,"0"70"16,0-35 0,17-17 15,19 17-15,-36 1-1,17-36 1,1 0-1</inkml:trace>
  <inkml:trace contextRef="#ctx0" brushRef="#br0" timeOffset="95663.38">24377 15046 0,'18'0'16,"-36"0"-16,89-35 16,-54 35-16,1-36 31</inkml:trace>
  <inkml:trace contextRef="#ctx0" brushRef="#br0" timeOffset="95998.99">24024 15240 0,'0'0'16,"35"0"-16,177-71 15,-88 36 1,-89 35 0,-17 0-1,-1 0 1,1 35-1,-1 142 1,-17-18 0,0-89-1,0-52 1,0-1 0</inkml:trace>
  <inkml:trace contextRef="#ctx0" brushRef="#br0" timeOffset="96617.69">22207 16245 0,'0'0'16,"265"0"-1,70-17 1,-106 17-1,-105 0 1,-106 0 0,-1 0-1,-52 35 1,-124 53 0,-17 18-1,105-35 1,54-54-1,17 1 1,17 0 15,230 70-15,-141-53-16,-71-17 16,-70 52 30,0 71-30,-18 36 0,17-71-1</inkml:trace>
  <inkml:trace contextRef="#ctx0" brushRef="#br0" timeOffset="97177.76">23812 16316 0,'0'0'0,"212"-18"16,-124 1-16,-35-1 15,-53 53 32,0 18-31,-106 18-1,-123 17 1,35 18 0,124-53-1,52-36 1,36 1 0,105 17-1,106 36 1,18-18-1,-194-36 1,-53 1 15,-17 35-15,-1 53 0,-53 0-1,-17 17 1,53-88-1,35-17-15</inkml:trace>
  <inkml:trace contextRef="#ctx0" brushRef="#br0" timeOffset="97647.92">24730 16422 0,'0'123'0,"0"-246"0,17 387 15,1-122-15,105 175 32,36-229-17,-71-88 1,-70-53 0,0-141-1,-18-35 1,-106 17-1,0 89 1,53 88 0,18 35-1,0 0 1,-1 0 0,-17 88-1,0 18 1</inkml:trace>
  <inkml:trace contextRef="#ctx0" brushRef="#br0" timeOffset="98063.7">21572 18027 0,'36'0'16,"-72"0"-16,460 0 16,-124 18-16,123-18 15,847 35 1,-406-35 0,-546 0-1,-195 0 1,-52 0-1,35 0 1,158-18 0</inkml:trace>
  <inkml:trace contextRef="#ctx0" brushRef="#br0" timeOffset="107936.43">10689 15681 0,'-17'0'47,"-36"-35"-31,-124-18 0,-87-18-1,-72-35 1,-122 36-1,-177 17 1,70 35 0,124 18-1,-70 0 1,158 36 0,-1252-54-1,988-17 1,70 17-1,512 18-15,17 0 47,0 18-15,1-18-17,17 17 1,-36 1 31,19 70-32,17 124 1,0-1 0,17 89-1,19-176 1,17-36-16,-18 18 15,-70 405 1,-1-370 0,-70 195 15,106-231-15,0-34-1,18 0 1,0-19-1,-1-16 1,-17-19 0,36-17-1,70 0 1,299 0 0,124 0-1,36 36 1,123-19-1,264-17 1,107-17 0,457-107-1,213 54 1,-900 70 0,565 17-1,-953 19-15,-142-19 16,89-17 15,-388-17 125,-88-248-124,-300-299-17,-317-1112 1,634 1341-16,18-36 31,53 354-15,-17 17 15,-54 35 16,-335-17-16,-2134-18-15,1500 88-1,-213-53 17,1042-35-17,-1 18-15,-441-1 31,318-17-15,265 0-16</inkml:trace>
  <inkml:trace contextRef="#ctx0" brushRef="#br0" timeOffset="114476.83">12965 15857 0,'70'-35'31,"124"-124"0,106-88-15,176-52 15,-335 210-15,212 1-1,-194 88 1,635 18 0,-512 35-1,124 70 1,-389-88 0,36 124 15,53 159 0,-71-265-15,-35-36-1,-70 1 17,-36 17-17,18-17 16,70-18-15,-141-53 15,-105-88-15,87 70 0,160 36-1,-1 35 1,18-18-1,71-52 1,123-71 0,176-106-1,-247 176 1,107-35 0,-160 106-1,54 71 1,123 70-1,-18 53 17,-176-141-17,-35-35 1,-1-18 0,1 0 62,-71 0-47,18 0-15,35-18-1,-18 0 1,0-35-1,-34-105 1,34 52 0,18 35-1,0 54 1,18 17 31,34 35-32,54 53 1,71 71 0,-36-36-1,-35-52 1,-36-1 0,-52-52-1,-36-18 63,-52 18-46,-124 17-17,-71-17 1,106-1-1,106-17 1,53 18 0</inkml:trace>
  <inkml:trace contextRef="#ctx0" brushRef="#br0" timeOffset="121774.66">9578 3651 0,'0'-17'16,"-35"17"-1,17 0 1,-158-53 0,158 53 15,-458-71-15,-89-17-1,-17 0 1,88 52-1,106 1 1,0 35 0,-123 0-1,-18 0 1,70 18 0,106-18-1,177 17 1,35 1-1,-53 0 1,-53-18 0,88 0-1,106 0 1,35 0 0,-88 17 15,-246 54-16,158-18-15,17 0 16,1 17 0,158-52-16,1-18 15,-1 0 48,-35 0-48,-17 35 1,52-17 0,0 35-1,1 35 1,-1 141 0,-53 230-1,-123 476 1,-176 370-1,211-652 1,-17 370 0,176-547-16,0-88 15,35 406 1,-35 158 0,-18 318-1,-70 230 1,53-301-1,35-776 1,18-158 0,70 299 15,18-193-15,0 17-1,-1-176 1,-16-107-1,-54-16 1,35 87 0,19 124-1,-72-141 1,54 105 0,-36-176-16,-17-70 15,-1 17 1,19-35-1,-19 18 1,1 0 0,-1-18-1,1 35 1,88-35 0,229 0-1,388-141 1,230 53-1,-159 17 1,-459 71 0,423-53-1,-282 53-15,-88 0 16,530 0 0,-1-18-1,-141 18 1,-106 0-1,230 53 1,-124-53 0,-53 0-1,-176-17 1,-106 17 0,-53 0-1,0 35 1,-70 18-1,-71-53 1,-71 0 0,-17 0-1,35 0 1,-141 0 0,0 0-16,-36 0 15,1 0 1,-18-18 31,17 1 0,54-54-32,105-282 1,-52-317-1,-177-230 1,-18 195 0,36-36-1,35-211 1,-159-442 0,106 759-1,-52-141-15,16 70 16,-34-528-1,105 740-15,-17 53 16,35-282 0,0-89-1,-35-422 1,-53 845 15,35 248 0,35 88-15,-70-246 0,35 140-1,-35-212 1,70 283 0,-70-265-1,-53-123 16,88 300 1,18 88-17,17 88 17,-35 0-17,-176 35 16,-865-35 1,512-18-17,35 36-15,-17-18 16,87 0 0,-687 88-1,688-17 1,88-36-1,-141-17 1,-1041-54 15,1305 19-15,160 17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45283" units="1/cm"/>
          <inkml:channelProperty channel="Y" name="resolution" value="37.24138" units="1/cm"/>
          <inkml:channelProperty channel="T" name="resolution" value="1" units="1/dev"/>
        </inkml:channelProperties>
      </inkml:inkSource>
      <inkml:timestamp xml:id="ts0" timeString="2025-11-17T01:33:57.9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18115 3598 0,'-17'0'31,"-19"0"-16,-52 0 1,-159 18 0,-388 0-1,-282 17 1,-71 18 0,36-53-1,-124 17 1,-141-52-1,-142-35 1,160 52 0,511 18-1,265 0 1,70-18 0,-53-17-1,-105 35 1,228 0-1,54 0-15,17 0 16,-52 0 0,158 0-1,0 0 1,-35 0 0,53 0-1,70 0 1</inkml:trace>
  <inkml:trace contextRef="#ctx0" brushRef="#br0" timeOffset="717.45">1605 5027 0,'0'0'0,"265"-18"15,193-70 1,142-35 0,-141 52-1,-265 71 1,-159 0-1,-35 18 1,-247 299 15,-88 19-15,-36-19 0,142-52-1,159-124 1,87-124-1,107 1 1,211-36 0,247-70-1,265-18 1,-301 53 0,-369-17-1,-160 70 1</inkml:trace>
  <inkml:trace contextRef="#ctx0" brushRef="#br0" timeOffset="1058.46">4762 4568 0,'0'71'32,"-70"229"-17,-1-71 1,18-105-1,36-336 48,17 53-63</inkml:trace>
  <inkml:trace contextRef="#ctx0" brushRef="#br0" timeOffset="1352.84">4586 4480 0,'18'0'16,"-36"0"-16,124 36 16,35-1-1,124 53 1,-107-17 0,-69-36-1,-36 18 1,-18 123-1,-18 212 1,-34 106 0,17-159-1,-18-105 1,-35-160 0,-70 107-1,17-19 1,53-87-16</inkml:trace>
  <inkml:trace contextRef="#ctx0" brushRef="#br0" timeOffset="1867.74">6315 4339 0,'-159'177'31,"318"-354"-31,-477 653 16,248-211 0,105-283 15,-70-229 0,-36 142-15,53 52 15,54 88 0,70 18-15,-71-18 0,0-35-1,-17 0 16,-1 0-15</inkml:trace>
  <inkml:trace contextRef="#ctx0" brushRef="#br0" timeOffset="2324.3">6121 4868 0,'-18'53'16,"0"0"-16,54-159 0,-89 300 15,53-141-15,264 177 31,-70-142-15,-70-71 0,-71-52-1,-36-141 1,-17-106 0,-35 35-1,-88 70 1,-160 89 15,213 247-15,52 35-1,54-106 1,16-35-16,1 17 16,71-17-1</inkml:trace>
  <inkml:trace contextRef="#ctx0" brushRef="#br0" timeOffset="2574.13">7320 4269 0,'18'105'15,"88"248"1,-53 35 0,-53-105-1,0-160 1,-18-88 0,0-35-1</inkml:trace>
  <inkml:trace contextRef="#ctx0" brushRef="#br0" timeOffset="2980.4">6244 5786 0,'141'-36'15,"-282"72"-15,706-213 16,-54 1-1,-88 17 1,-334 141 0,-72 18-1,1 89 1,-53 210 0,-89 19-1,-105 35 1,-53-89-1,35-52 1,194-159 0,53 0-1,106-18 1,370 36 0,300 52-1,-18-52 1,-405-71-1</inkml:trace>
  <inkml:trace contextRef="#ctx0" brushRef="#br0" timeOffset="3387.19">2099 7197 0,'0'0'0,"318"511"16,-19 212 0,-105-105-1,-194-195 1,36-176-1,-19-212 1,54-52 0</inkml:trace>
  <inkml:trace contextRef="#ctx0" brushRef="#br0" timeOffset="3651.41">4110 8096 0,'0'0'0,"0"53"16,18 88-16,70 336 16,-88-213-1,35-52-15,-35-71 16,0 0-1,0-123 1,-18-18 0,-52 0-1</inkml:trace>
  <inkml:trace contextRef="#ctx0" brushRef="#br0" timeOffset="3935.89">3228 9419 0,'53'-17'16,"158"-54"-1,160 0 1,-230 71-1,0 0-15,-53-17 16,18 17 0,-88 0-1</inkml:trace>
  <inkml:trace contextRef="#ctx0" brushRef="#br0" timeOffset="4167.85">2981 10054 0,'0'0'0,"194"-35"15,53 0-15,-35 17 16,140-35-1,-228 18 1,-124 17 0,18-35-1,-18 0-15</inkml:trace>
  <inkml:trace contextRef="#ctx0" brushRef="#br0" timeOffset="4417.18">4145 8237 0,'0'0'0,"53"53"16,18 247-1,-18 159 1,-53-283-1,0 177 1,0-300-16,0-18 16</inkml:trace>
  <inkml:trace contextRef="#ctx0" brushRef="#br0" timeOffset="4669.06">4374 9102 0,'0'0'0,"89"-36"16,52-52 0,70 18-1,54-19 1,-36 19-1,-176 70 1</inkml:trace>
  <inkml:trace contextRef="#ctx0" brushRef="#br0" timeOffset="4948.49">4286 10019 0,'-17'123'16,"34"-246"-16,-175 529 15,16-89 1,89-123 0,53-176-1,0-36 1</inkml:trace>
  <inkml:trace contextRef="#ctx0" brushRef="#br0" timeOffset="5369.08">4233 10160 0,'0'0'0,"124"-35"16,-18 17-16,-1 0 16,125 1-1,-19-1 1,-52 1-1,-141 17 1,-18 70 15,0 159-15,-88 54 0,35-178-1,17-69 1,-34-36-1,-54-36 1,-70 19 0,36 17-1,69 0 1,1 0 0,0 35-1,70-17 1,1 17-1,17-17-15</inkml:trace>
  <inkml:trace contextRef="#ctx0" brushRef="#br0" timeOffset="5804.11">1094 11624 0,'88'0'15,"-176"0"-15,776-35 16,2575 52-1,-88 54 17,-2540-53-1</inkml:trace>
  <inkml:trace contextRef="#ctx0" brushRef="#br0" timeOffset="13460.78">29210 4233 0,'-18'0'47,"-70"0"-31,-176-17-1,-72-19 1,1 36 0,-88-35-1,-89 35 1,-70 18-1,-17 17 1,87 53 0,159-17-1,-35-1 1,177-17 0,-195 53-1,247-35-15,18 34 16,-141 107-1,53-35 1,87-72 0,1 19-1,53-54 1,35 72 0,-17-54-1,34-71 1,19-17-1,-1 0 32,-35 0-31,-35 0 0,0 0-1,52 0 1,1 0-1,-18-70 17,53 17-17,-35 0-15,-71-212 32,18 1-17,70 158-15,-17-18 16,17 36-1,18 71 1,0 34 47,0 36-48,53 124 1,36 70-1,-1 70 17,-88-264-17,17 18 1,1 34 0,0 54-1,52-53 1,-35-53 15,1-18 32,123 0-48,35 1 1,123 17-1,36-18 1,194-17 0,317-1-1,53-17 1,-458 0 0</inkml:trace>
  <inkml:trace contextRef="#ctx0" brushRef="#br0" timeOffset="24459.89">22119 15804 0,'53'0'32,"18"0"-17,-18 0 1,70 0 0,-35 0-16,18 0 15,70 0 1,-17 0-16,335-17 31,-53 17-15,-229 0-1,317 0 1,-370 0 0,-142 0-1,-52-18 95,-36-52-95,19 52 1,16-35-1,-17 18 1,18 17 0,53 18 46,17 0-46,-17 0-1,105 0 1,-17 53 0,-53-35-1,17-1 1,-70 1 0,18-18-1,-18 18 95,-159 123-79,71-18-16,18-35 1,17 1 0,35-89-1</inkml:trace>
  <inkml:trace contextRef="#ctx0" brushRef="#br0" timeOffset="26244.93">17233 17445 0,'-17'0'94,"-19"0"-79,-17 0 1,18 0-1,0 0-15,0-18 16,-1-17 0,19 17-16,-1 18 15,0-35 1,18 17-16,-17 18 16,-1-53-1,0 36-15,1-54 31,-18 18-15,35 18 47,17 17-48,-17-17 1,0 18-1,35-1 17,36-35-17,-18 35 1,-35 1 0,-18-1 15,17 18-16,1 0 1,35-18 0,0 18-1,-18 0 1,0 0 0,0 0-1,54 0 1,-19 0-1,-35 0 1,1 0 0,-1 0-1,-17 0 1,17 0 0,18 53-1,0-17 1,-18-1-1,-17 18 1,-18 0 0,0-18-1,-36 18 1,-16 17 0,16-17-1,1 0 1,17-17-1,-35-19 1,-17 18 0,17 1-1,35-19 1,-17-17 46,0-17-46</inkml:trace>
  <inkml:trace contextRef="#ctx0" brushRef="#br0" timeOffset="29523.57">8908 10707 0,'0'17'32,"0"19"-17,0 17 1,0 35-1,0 53 1,0 88 0,35 1-1,18-54 1,-53-70 0,0-36-1,0-34 1,35 87-1,-17-35-15,17 0 16,36 18 0,-54-53-16,19-53 15,16 71 1,-16-36-16,-1 0 16,36 54-1,-36 16 1,0-69-1,0-1 1,1-17 0,34 17-1,18 18 1,-52-36 0,-1-17-1,18 0 1,-18-35-1,18-18 1,-18 0 0,18-70-1,-17-18 1,-1 17 0,-18 71-1,-17-17 1,0 34-16,18-16 31,-18-54-15,0 35-16,-18-17 15,-17 0-15,0-18 16,17-18 0,-17 19-1,0-36 1,-1 35-1,1-18 1,-18 36 0,0 17-1,18 1 1,0 17 0,-1-18-1,1 36 1,18-18-1,-1 18-15,0 17 16,1-17 0,-1 17-16,0 18 15,1 0 1,-19 0 0,-52 0-1,-18 0 1,-52 0-1,-89 142 1,-18-1 0,124-71-1,70-52 1,71-1 0,-17-17-1,-36 53 1,-18 71 15,36-54-15,35-52-1</inkml:trace>
  <inkml:trace contextRef="#ctx0" brushRef="#br0" timeOffset="32197.29">9772 9349 0,'-18'0'31,"-35"-18"-16,-52 18 1,-125 0 0,89 0-1,-123 0 1,175 0-16,36 0 16,1 0-1,34 0 1,36 0 93,-1 0-78,1 0 32,17 35-47,-17 1-1,17 52 1,-35-35-16,0 0 15,0 70 1,0 36 0,18-18-1,-18 0 1,0-70 0,0-36-1,-36 18 1,1 0-1,35 17 1,0-34 0,18-36 109,-1 0-110,1 0 32,0 0-16,35 0-15,52 0 0,72 17-1,-1-17 1,-105 35 0,-18-35-1,-18 0 16,0 0-15,18 18 0,0 0-1,-18-1 17,1 1-17,69 17 1,19-17-1,-36 0 1,-70-1 0,-18-34 62,0-177-47,0 123-15,0-317-1,0 247 1,0-283 0,0 230-1,0 142 1,0-1-1,0 35 17,-36 18 93,1 0-110,-18 0-15,0 0 16,0 0 0,-141 35-1,36 1 1,34-19-1,18-17 1,18 0 0,71 0-1,-1 0 17,0-17-17</inkml:trace>
  <inkml:trace contextRef="#ctx0" brushRef="#br0" timeOffset="34180.41">10054 5944 0,'0'-53'32,"-17"-70"-17,-36-142 1,0-123-1,-18-141 1,36 212 0,-18-36-16,0-18 15,18-87 1,17 246-16,0 18 16,18-123-1,0 175-15,0 54 16,0-18-1,0 89 1,0 52 47,0 0-48,-35 1 1,-159 87-1,-159 71 1,1 71 0,210-159-1,-122 70 1,176-123 0,493-247 46,125-106-31,-266 71 16,-211 229-31,53 35-1,141 124 1,88 141 0,653 828 15,-706-704-15</inkml:trace>
  <inkml:trace contextRef="#ctx0" brushRef="#br0" timeOffset="40523.8">24271 7426 0,'0'18'47,"-18"-1"-32,-52 71 1,-71 124 0,17 106-1,54-19 1,70-105 0,-36-123 30,-16-18-30,52-35 0,0-1-1</inkml:trace>
  <inkml:trace contextRef="#ctx0" brushRef="#br0" timeOffset="40992.35">24201 8484 0</inkml:trace>
  <inkml:trace contextRef="#ctx0" brushRef="#br0" timeOffset="41555.51">25365 7214 0,'-36'53'16,"-105"300"15,-17-18 0,69-158-15,36-54 0</inkml:trace>
  <inkml:trace contextRef="#ctx0" brushRef="#br0" timeOffset="41860.22">24994 7849 0,'53'36'16,"18"34"-1,35 18 1,-18 36 0,-18 17-1,-34-53 1,-19-88-1</inkml:trace>
  <inkml:trace contextRef="#ctx0" brushRef="#br0" timeOffset="42227.33">25629 7320 0,'0'177'31,"0"-354"-31,-17 565 16,-1-264-1,18 211 1,0-159 0,0-88-1,0-70 1</inkml:trace>
  <inkml:trace contextRef="#ctx0" brushRef="#br0" timeOffset="42792.3">25312 8520 0,'53'-71'31,"-106"142"-31,194-195 16,-35 106-1,0 18 1,-71 0-1,35 18 1,-52 0 0,-18-1 15,-35 19-15,-36-1-1,1 18 1,17 17-1,-18 1 1,36 17 0,35 18-1,35-18 1,89-17 0,-54-36-1,-34-35 1,-19 0-16,1 0 15,-1 0 1,36-71 0,-17-87-1,-19 87-15</inkml:trace>
  <inkml:trace contextRef="#ctx0" brushRef="#br0" timeOffset="43195.7">25841 7514 0,'53'-17'62,"53"-1"-46,52 0-1,-105 1 1,-35 17 0</inkml:trace>
  <inkml:trace contextRef="#ctx0" brushRef="#br0" timeOffset="43492.15">25806 7955 0,'17'0'16,"72"-17"0,69-36-1,-52 35-15,-18 0 16,53-17 0,-105 35-1,-36-18 16</inkml:trace>
  <inkml:trace contextRef="#ctx0" brushRef="#br0" timeOffset="44010.43">26282 8096 0,'0'18'16,"0"17"-1,18-17 1,-1 17 0,18-35-1,1 18 1,-19-18-1,19 0 1,17 0 0,0 0-1,17-71 1,-35-17 0,-35 17-1,0 54 1,-17 17 15,-36 0-15,-53 70-1,-18 19 1,72-19 0,52-35-1,35-35 32</inkml:trace>
  <inkml:trace contextRef="#ctx0" brushRef="#br0" timeOffset="44335.94">26564 8167 0,'159'-53'31,"-318"106"-31,424-124 16,-124 36-1,-53 17 1,-70 18 0,52-35-1,-34 35 1</inkml:trace>
  <inkml:trace contextRef="#ctx0" brushRef="#br0" timeOffset="44661.66">27182 7602 0,'0'89'15,"-36"299"17,1-89-1,35-193 0</inkml:trace>
  <inkml:trace contextRef="#ctx0" brushRef="#br0" timeOffset="45340.01">26793 8767 0,'0'0'0,"0"70"15,0-52 1,0-1-1,53-70 64,106-35-64,300-194 16,-336 211-15,-105 54 15,-1 34-15,36 54 15,-17-18-15,-36-35-1,0 34 1,-36-16 0,19-1-1,-19 0 1,-52-17 0,-18 17-1,-35-35 1,71 0-1,-36 18 1,88-18-16,18 18 31,-35-36 32</inkml:trace>
  <inkml:trace contextRef="#ctx0" brushRef="#br0" timeOffset="46886.86">28169 7832 0,'0'53'32,"0"70"-17,0 71 1,0-53 0,0-17-1,0-36 1,0-35-1,0-89 48,0-52-47,36-53-1,52-88 1,35 35-1,36 35 1,17 53 0,-123 89-1,-35 34 17,52 71-17,-52-17 1,70 141-1,-52-142-15,-19 36 16,-17 0 0,-17-53-1,-36-18 1,0 0 0,-18-17-1,1 35 1,-19 53-1,37-18 1</inkml:trace>
  <inkml:trace contextRef="#ctx0" brushRef="#br0" timeOffset="48187.2">30956 6985 0,'-17'176'31,"-107"442"-15,36-213 15,88-281-15,0 229-1,0-177 1,18 53 15,-1-176 0,-17-70 32,0-1-47,-53-141 15,0-17-16,-52-124 17,69 247-1,36 88 31,71 212-30,35 36-1,0-72 0,-89-158 0,1-53-15,17 0 15,18-53-15,194-123 15,-141 88-15,211-106-1,-193 88 1,-89 88-16,-17 18 31</inkml:trace>
  <inkml:trace contextRef="#ctx0" brushRef="#br0" timeOffset="97370.13">19420 16034 0,'-17'0'31,"-18"17"-15,-71 54-1,-88-36 1,-53 53 0,0-17-1,0 0 1,0-36 0,159-18-1,-71-17 1,53 0-16,53 0 15,-53 0 1,36 0-16,-1 0 16,-123-35-1,0 0 1,-35-18 0,17-35-1,89 0 1,70 35-1,35 17 1,53 19 62,36-19-62,-53 19-16</inkml:trace>
  <inkml:trace contextRef="#ctx0" brushRef="#br0" timeOffset="-203997.72">8132 13635 0,'35'0'15,"88"35"1,107 36-1,17 35 1,-1-1 0,1-16-1,-35 34 1,0-17 0,-124-53-1,124 88 1,-142-71-16,18 19 15,177 105 1</inkml:trace>
  <inkml:trace contextRef="#ctx0" brushRef="#br0" timeOffset="-203565.14">9684 13053 0,'-18'0'16,"-70"141"0,0 18-16,-36-1 15,-458 442 1,300-300-16,-547 705 31,582-581-15,159-230-1</inkml:trace>
  <inkml:trace contextRef="#ctx0" brushRef="#br0" timeOffset="-200109.61">9278 12859 0,'-53'-18'16,"-35"18"-1,17 0 1,-669 0-1,493 0 1,-194 0 0,70 35-1,71 71 1,106 53 0,0 106-1,-35 87 1,0-52-1,123 282 1,600 177 15,-283-495-15,213 213 0,-195-336-1,-141-88-15,441 141 31,-370-194-15,282 0 0,159-265 15,-388 89-15,-36-142-1,18 18 1,-53 36-1,35-71 1,-140 176 0,34-229-1,-52 194-15,35 0 16,-36-89 0,-17 160-16,-141-177 31,-141 0-16,-53 53 1,176 177 0,106 70-1,-35 0 1,-124 70 0,-193 89-1,-248 106 1,-35-36-1,177-17 1,334-142 0,-34 36-16,34-35 15,-87 123 1,87-18 0,36 71-1,106-18 1,17 53-1,106 71 1,106 71 0,0-142-1,1-176 1,-72-89 0,142 1-1,123-106 1,106-106-1,176-71 1,-70 53 0,-71-34-1,-141 51 1,-282 107 0,-18-35-1,-71 70-15,-17-35 16,0-142-1,-17-34 1,-36-18 0,35 17-1,-17 106 1,-18 18 0,-35 53-1,-53 35 1,-36 0-1,54 53 1,-36 0 0,-141 0-1,-229 71 1,-247 52 0,-71-52-1,159 35 1,212-54-1,317-16 1,-123 87 0,176-52-16,18 17 15,-71 141 1,89 106 0,52-193-16,18 157 31,35-140-16,107 88 1,105 18 0,17-36-1,-52-53 1,-53-87 0,-54-54-1,54 53 1,-53-53-16,0 18 15,176 0 1,71-35 0,0-18-1,70-71 1,18-35 0,-71-35-1,-52 35 1,-18-35-1,17 0 1,54-53 0,-36 0-1,-35-53 1,-177 124 0,1 17-16,-19 35 15,72-105 1,-71-36-1,-54 1 1,-52-19 0,0 89-1,0 35 1,0-35 0,-35 18-1,0-1 1,-53 1-1,-18-1 1,53 54 0,-70 17-1,34 0-15,36 35 16,-335-105 0,265 105-1,-353 18 1,-389 124 15,336-71-15,-212 105 15,583-105-15,-107 53 15,-158 71-16,-89 69 17,265-87-17,106-35 1,71 17 0,17 35-1,53 54 1,70 69-1,124 36 1,-53-70 0,-17-71-1,-1 0 1,18 18 0,18-1-1,17 19 1,-87-142-1,52 0 1,-53-35-16,300-35 31,-88-18-15,17 0 0,1 53-1,105-53 1,89-18-1,35-53 1,-177-17 0,-176 35-1,-106 0 1,-17 18 0,-36-88-1,36-54 1,-36 19-1,0 69 1,-17 36 0,-18 18-1,0-53 1,-18 17 0,-70-87-1,35-72 1,-35-52-1,-18-18 1,-70 18 0</inkml:trace>
  <inkml:trace contextRef="#ctx0" brushRef="#br0" timeOffset="-174354.94">15981 14076 0,'17'0'15,"36"0"1,88 0 0,124 0-1,106 0 1,-72 0-1,-175 0 1</inkml:trace>
  <inkml:trace contextRef="#ctx0" brushRef="#br0" timeOffset="-173940.34">17956 13899 0,'18'0'15,"0"0"1,52 0-1,1 0 1,17 0 0,35 0-1,-70 0 1</inkml:trace>
  <inkml:trace contextRef="#ctx0" brushRef="#br0" timeOffset="-173611.65">19085 13829 0,'53'-18'31,"-106"36"-31,159-53 16,-18 35 0,177-18-1,105 18 1,-158 0-1,-177-18-15</inkml:trace>
  <inkml:trace contextRef="#ctx0" brushRef="#br0" timeOffset="-173212.73">20002 11571 0,'106'0'31,"-53"-18"-15,318-70-1,-230 88 1,88-35-1,-194 35 1</inkml:trace>
  <inkml:trace contextRef="#ctx0" brushRef="#br0" timeOffset="-172513.85">14922 9631 0,'318'35'16,"0"-35"0,-177 0-1,123 0 1,-52-35 0,-142 17-1,-70 1 1</inkml:trace>
  <inkml:trace contextRef="#ctx0" brushRef="#br0" timeOffset="-164565.14">20726 11659 0,'-36'0'47,"-316"141"-16,193-70 0,124-71-15,-1 0 0,-17-18-1,18 1 1,-88-54-1,-1-52 17,107 70-17,-36 0 1,17-18 0,19 36-1,-1 0 1,18 17-1,-18-35 1,18 0 0,0 18-1,0 17 1,18-35 0,0 53-16,17-35 15,124-35 1,-18 17-16,-71 0 15,19 17 1,-1 1 0,-35 35-1,17 0 1,71-17 15,-88 17-15,-17 0-1,-19 0 1,36 35 0,18-35-1,-54 0 1,19 17 0,-1 1-16,0 0 15,71 88 1,0 17-1,-53-70 1,-18-35 0,-35 17-1,0-17 17,0-1-17,0 1 1,0-1-1,0 1 1,-18 0 0,-17 17-1,17-17 1,1 17 0,-18-35-1,-1 35 16,19-17-15,-1-18 62,0 0-47,1 0-15,17 17 0,-18-17-1,0 0 63</inkml:trace>
  <inkml:trace contextRef="#ctx0" brushRef="#br0" timeOffset="-150125.92">19967 8661 0,'35'88'16,"1"229"0,-19 19-1,1-37 1,0-87 0,-18-36-1,0-87 1,0-19-1,0-35 1,0-17 62,0 123-62,0-88-16,0 0 15,0-71 32,-53-17-31,-35-35 0,-36-36 15,18-53-16,53 36 17,36 123-1,34 17 31,36 54-46,35 87 0,71 54-1,123 194 17,-229-371-1,-53-53 16,36-17-16,-36 18 0,17 17-15,-17-18 15,36-35-15,-36-53-1,0-53 1,17 1 0,1-36-1,35 35 1,0 88-1,-36 71 1,1 0 0,-18 18-1,18 0 1,-18-1-16</inkml:trace>
  <inkml:trace contextRef="#ctx0" brushRef="#br0" timeOffset="-146484.84">15857 14005 0,'18'0'62,"0"0"-46,35 0 15,35 0-15,70 0-1,-16 0 1,87 0 0,-159 0-1,195 0 1,-194 0-1,-18 0 1,17-17 0,36 17-1,35-18 1,18 18 0,-89 0-1,1 0-15,17 0 16,36-18-1,-36 1 1,0 17 0,18-18-1,-18 18 1,18 0 0,-18 0-1,0 0 1,-17 0-1,17-35 1,-70 35 0,34-18-1,1 18-15,0 0 32,-17 0-17,34 0 1,-35-17-1,36 17 1,-36 0 0,36 0-1,-36 0 1,36 0 0,-36 0-1,-17 0 1,-1 0-1,1 0 1,17 0 0,18 0-1,-18 17 1,1-17 0,17 0-1,-36 0-15,1 0 16,17 0-1,0 0 17,-17 0-17,0 0 1</inkml:trace>
  <inkml:trace contextRef="#ctx0" brushRef="#br0" timeOffset="-143349.39">20179 11624 0,'18'0'140,"-1"0"-124,18 18 0,-17-18-1,0 0 16,-1 0 1,19 0-17,-1 0 1,0 0 0,0 0-1,1 0 1,-1 0-1,-17-18 1,-1 18 0,19-18-1,-19 18 17,1 0-17,0 0 32,-1 0-16,1 0-15,-1 0 0,1 0 15,17 0-16,-17 0 32,17 0-31,-17 0 0,0 0-1,17 0 1,-18 0 218,19 0-218,-19 0-1,1 0 1,0 0 0</inkml:trace>
  <inkml:trace contextRef="#ctx0" brushRef="#br0" timeOffset="-128317.08">19791 8290 0,'17'0'16,"1"36"-1,17 69 1,18 142 0,-17-70-1,105 299 1,-53-194-1,-53-211 1,36 123 0,-1 141 15,-34-141-15,-1-71-1,-18-17 16,-17-88-15,0 0-16,0 87 31,0-34-15,-17-71 78,-1 0-79,1 0 1,-19-35 0,1-18-1,17 17 1,-17 1-1,-106-71 17,70 18-17,1 71 1,17-36 0,35 0-16,-35-36 31,18 37-16,17 16-15,36 72 94,70 122-78,124 142-1,70 88 1,-158-176 0,-54-159 15,-34-53-15,-19-35 15,-17-18-16,18 35 1,52-141 0,-52 71-16,105-194 31,-34 88-15,-19 35-1,-17-35 1,-18-53-1,-17 53 1,-18 106 0,18 53-1</inkml:trace>
  <inkml:trace contextRef="#ctx0" brushRef="#br0" timeOffset="-125619.9">14834 8749 0,'36'0'31,"52"-18"-15,53 1-1,-18-19 1,-17 19 0,18-54-1,-18 53 1,-18 18 0,-53 0-1,18 0 1,-35 0-1,52 36 1,-35 17-16,36 0 16,17 35-16,-53 0 15,106 71 1,-17 35 0,-53-71-1,-1-52 1,-35 17-1,-35-35 1,18 17 0,-18 19-1,0-36 1,-35 35 0,-18-35-1,-53 17 1,-35-52-1,-36 17 1,-17-35 0,71-35-1,-565-265 17,406 141-17,70 18 1,36 18-1,88-18 1,35-18 0,53 53-1,0-35 1,88 0 0,35 17-1,1 1 1,123-18 15,-89 88-15,-52 35-1,0 18 1,53 88 0,106 53-1,-19 18 1,-122-53-1,-54-18 1,72 177 0,-19 123 15,-105-159 0,-18-176-15,-71 159-1,53-142 1,-87 107 0,69-142-1,-87 0 1,-71-35 0,-371-70 15,371 17-16,-35-88 17,141-36-17,-71-34 1,89 105 0,17-35-16,0-89 31,53 72-16,17 52-15,36-18 16,53-87 0,0 87-1,88 36 1,18 70 0,35 54-1,0 34 1,-89 18-1,-69-17 1</inkml:trace>
  <inkml:trace contextRef="#ctx0" brushRef="#br0" timeOffset="-124843.08">14182 6456 0,'-18'17'16,"18"178"0,-18-37-16,18-17 15,0 71 1,0-124-1</inkml:trace>
  <inkml:trace contextRef="#ctx0" brushRef="#br0" timeOffset="-124129.54">14587 6703 0,'0'0'31,"36"-18"-15,17 1 0,-18 17-1,35-18 1,-52 0 0,0 18 15,-1 53-16,1 53 1,-18-18 0,0-35-1,0-35 1,-18 35 0,18-36-1,0 1 1</inkml:trace>
  <inkml:trace contextRef="#ctx0" brushRef="#br0" timeOffset="-123724.2">15064 6421 0,'0'158'16,"0"125"0,35 34-1,-17-123 1,-1-88 0,1-36-1,-18-52 16,0-36 1</inkml:trace>
  <inkml:trace contextRef="#ctx0" brushRef="#br0" timeOffset="-123277.7">15293 6579 0,'0'18'15,"18"105"1,-18-17-1,0-18 1,-53 1 0,53 16-1,-18-16 1,18-72 0</inkml:trace>
  <inkml:trace contextRef="#ctx0" brushRef="#br0" timeOffset="-122949.86">15046 7056 0,'18'0'16,"52"0"0,18 17-1,-52-17 1,-1 35-1</inkml:trace>
  <inkml:trace contextRef="#ctx0" brushRef="#br0" timeOffset="-122453.16">13935 7779 0,'0'0'0,"88"0"16,53-18-1,-35 18 1,70 0-16,-17 0 16,264 0-1,18 18 1,-106-1 0,-211 1-16,17-18 31,-53 18-16,-17-18 1,-54 0 0</inkml:trace>
  <inkml:trace contextRef="#ctx0" brushRef="#br0" timeOffset="-112284.9">19614 12771 0,'-17'0'63,"-18"0"-32,-195-71-15,160 53-1,-107-35 1,54 53-16,-18 0 16,-212-17-1,-53 17 1,18 17-1,53-17 1,53 36 0,17-36-1,-35 0 1,-52 0 0,-1-18-1,106 18 1,70 0-1,72 0 1,16 0 0,-16 0-1,-37 0 1,90 0 0,-1 0-16,-18 0 15,18 0 1,36 0-1,17 35 110,35 1-109,18 52 0,-36 18-1,1 17 1,-18 54 0,0-89-1,35 159 1,-35-177-16,18-35 15,-18 1 1,88-36 156,177 0-156,123 0-1,176 0 1,-17 0-1,141 0 1,-353 0 0,512 35-1,-106 18 1,-212-35 0,-176-18-1,-230 0 1,-70-18-1,-71 18 126,-35-124-110,53-105 1,-17 18-32,17-319 15,0 389 16,-18 141 16,0 0-31,-105 36 15,-247-1 0,-89-35-15,89 0-16,-848-18 31,742 18-15,212 0 0,158 0-1</inkml:trace>
  <inkml:trace contextRef="#ctx0" brushRef="#br0" timeOffset="-110269.37">19791 7990 0,'35'53'31,"0"-17"-15,1 17-1,-1 35 1,0 18-1,0 17 1,-17 0 0,17 19-1,-17-37 1,17-16 0,-17-1-1,-18 0 1,0-53-1,0 54 1,0-37-16,0-16 16,0 70-1,0-18 1,18 0 0,-1 18-1,1-53 1,0 35-1,-1 0 1,-17 18 0,35-18-1,-35-17 1,18-36 0,0 35-1,-1 1 1,1 35-1,0-36 1,-18-17-16,0-17 16,0-1-1,0-17-15,0-1 47,0 1-16,0 17-15,0-17 0,0-1-1,0 1 1,0 17 15,0 18-15,0 0-1,0-18 1,17-35 0,-17-17 156</inkml:trace>
  <inkml:trace contextRef="#ctx0" brushRef="#br0" timeOffset="-104500.58">19756 8096 0,'158'230'31,"-70"-72"-15,-35-34 0,36 299 15,-54-158-16,18-71 1,-36-71 0,-17 18-1,36 371 17,-19-212-17,19-124 1,34 0-1,-70-140-15,18-1 16,-1 0 0,1 1-1,17-1 1,-17 0 0,0-17-1,-36-18 63,0 17-62,18 1 0,-35-36 46,0 1-46,0-19-16,-1 19 15,-17-71 1,36 52-16,-36-17 16,-35 1-1,-18-19 1,-18-17-1,54 35 1,52 35 0,-17 1-1,-18-19 1,-35-69 0,17-1-1,71 88 1,35 53 46,18 18-46,18 0-16,-18 18 16,123 87-1,1 19 1,-54-71-1,-88-71 1,1 0 0,17 18-1,-18-18 1,18 1 0,-18-36-1,0 0 1,18 0-1,0-18 1,35-35 0,71-53-1,-53 36 1,-18-1-16,18-17 16,0-53-1,-71-35 1,-35-71-1,0-124 1</inkml:trace>
  <inkml:trace contextRef="#ctx0" brushRef="#br0" timeOffset="-100740.68">23830 10901 0,'0'17'16,"-18"36"0,1 53-1,-18 106 1,52 52 0,142-17-1,88-158 1,-194-89-1,53 0 1,-71-18 0,124-123-1,-106 70 1,-36 1 0,1-36-16,-36-106 15,-123 36 16,-353-71-15,230 194 15,246 71 16,36 52-31,-1-17-1</inkml:trace>
  <inkml:trace contextRef="#ctx0" brushRef="#br0" timeOffset="-100412.28">23795 11818 0,'0'0'0,"17"247"31,1 0 1,-18-194-1</inkml:trace>
  <inkml:trace contextRef="#ctx0" brushRef="#br0" timeOffset="-100141.3">23301 12418 0,'0'0'0,"53"0"15,776 0 17,-547 0-17,-70 0 1,-89 0 0,-70 0-1</inkml:trace>
  <inkml:trace contextRef="#ctx0" brushRef="#br0" timeOffset="-99693.17">23848 12771 0,'0'0'0,"-53"194"16,53-124-1,53-35 1,-53-17 0,17-18-1,19 0 17,87 0-17,1 0-15,17 0 16,35-18-16,-17-52 15,194-36 1,-124 53 0,-123 35-1,-89 1 1,1 17-16</inkml:trace>
  <inkml:trace contextRef="#ctx0" brushRef="#br0" timeOffset="-99357.36">25294 11695 0,'0'0'0,"35"0"16,230-18 15,0 18-15,-177 0-16,18-18 31,-124-17 16</inkml:trace>
  <inkml:trace contextRef="#ctx0" brushRef="#br0" timeOffset="-99089">24959 11783 0,'0'0'0,"194"176"16,53 1-1,-53-89 1,-88-71 15,-36-17-15,1-17-16,-18-36 15,53-18 1,-89 18-16,-17-17 16</inkml:trace>
  <inkml:trace contextRef="#ctx0" brushRef="#br0" timeOffset="-98869.27">25770 12206 0,'0'0'16,"0"212"-1,0-124 1,0 18 0,0-36-1,-35 107 1,-35-71-1</inkml:trace>
  <inkml:trace contextRef="#ctx0" brushRef="#br0" timeOffset="-98661.52">25523 12894 0,'0'0'0,"36"0"15,-1 0 1,0-18 0,36 1-1,123-36 1,-88 35 0,70 18-1,-70-17-15</inkml:trace>
  <inkml:trace contextRef="#ctx0" brushRef="#br0" timeOffset="-97336.39">28628 10918 0,'-18'106'16,"-105"141"0,-671 653 15,477-618-15,140-123-16,-211 141 31,318-265-16,52 18 1</inkml:trace>
  <inkml:trace contextRef="#ctx0" brushRef="#br0" timeOffset="-96855.28">26917 10777 0,'0'0'0,"53"53"15,17-17 1,-17 16-1,18 37 1,176 140 0,106 159-1,52 159 1,-122-141 0,-72-89-1,-52-52 1,-106-160-1,-18-52-15,-35-35 16</inkml:trace>
  <inkml:trace contextRef="#ctx0" brushRef="#br0" timeOffset="-95873.09">29598 11395 0,'0'141'16,"53"71"-1,70 34 1,1-52 0,-18-123-1,-71-71 1,53 0-1,-17 0 1,17-18 0,-17 1-1,-36-36 1,-35-53 0,-53-106-1,-53-52 1,-53 34-1,-52 54 1,87 123 0,-52 0-1,70 53 1,71 0 0,35 18-16,0 17 31,53 71-16,0-53-15</inkml:trace>
  <inkml:trace contextRef="#ctx0" brushRef="#br0" timeOffset="-95188.96">30692 11571 0,'0'0'0,"-53"124"16,35 17-1,18 35 1,18-52 0,-1-36-1,1-88 1,17 0 31,1-88-16,17-1-15,-18 19-1,18-1 1,0 36-1,-18 17 1,-17 18 0</inkml:trace>
  <inkml:trace contextRef="#ctx0" brushRef="#br0" timeOffset="-94907.78">31450 11007 0,'0'0'16,"35"-18"31,1 18-31,-19 0-16</inkml:trace>
  <inkml:trace contextRef="#ctx0" brushRef="#br0" timeOffset="-94615.72">31380 11624 0,'0'35'16,"0"-70"-16,-36 194 16,19 0-1,-1-54 1,18-52 0,-18-17-1,18-19 16,0 1-31</inkml:trace>
  <inkml:trace contextRef="#ctx0" brushRef="#br0" timeOffset="-94039.02">31574 11695 0,'0'35'15,"17"71"1,-17-53-16,0 70 31,18-17-15,-18-18-1,0-70 1,0-54 15,18-105-15,17 18-1,0 17 1,71 53 15,-53 53-15,0 88 15,-18 89 0,0-71-15,-17 35 15,-18-124-15,18-17 0</inkml:trace>
  <inkml:trace contextRef="#ctx0" brushRef="#br0" timeOffset="-93402.25">32367 11924 0,'0'0'0,"-35"0"16,17 18-1,1 123 1,52 0 0,-17-106-1,-18-17-15,35-18 16,-17 0 15,-1 0-31,71 0 16,-52-18-1,-1-70 1,18-36 0,-18 1-1,-35 52 1,0 89 31,0 70-32,0 18 1,0-18 0,18-53-1,-18 1 1,0 34-16,-35 18 15,-54 124 1,54-159-16,17-18 16,-34 36-1,16-53 1,1-1 0,-71-17-1,36 0-15</inkml:trace>
  <inkml:trace contextRef="#ctx0" brushRef="#br0" timeOffset="-92824.63">29228 12876 0,'0'0'0,"105"18"16,213 53 0,511 52-1,300-35 1,-230-35 0,-510-53-1,-266 0 1,-123 18 31</inkml:trace>
  <inkml:trace contextRef="#ctx0" brushRef="#br0" timeOffset="-92125.6">22472 13229 0,'-35'0'16,"70"0"-16,-70 18 15,158 17 16,212 0-15,142 36 0,69 52-1,160 18 1,-159-35 0,-336-88-1</inkml:trace>
  <inkml:trace contextRef="#ctx0" brushRef="#br0" timeOffset="-87653.3">14270 8290 0,'-18'88'31,"-52"54"-16,17 52 1,17 123 0,-34 36-1,105 194 1,36 211 0,-1 54-1,-70-389 1,18-300-1,0-17-15,17 35 16,0 18 0,-17 159-1,-18 52 1,0-53 0,0-34-1,0-160 1,0-70-1,0 53 1,-35 70 0,-1 54-1,1-19 1,0-140 0,211-71 109,212-18-110,-194 1-15,18 17 16,158 0-1,142 0 1,211 35 0,-88 35-1,-53 19 1,-123-37 0,-107-52-1,72 36 1,158-19-1,18 19 1,-159-19 0,-195-17-1,-52 0 1,36 0 0,87 0 15,-246 0-16,-53 0 17,34-35 30,19 17-46,-18-17-1,-35 0 1,-18 0 0,0-1-1,-36-175 1,-34 52 0,17-123-16,-35-124 15,-89-494 1,89 442-16,0 34 15,-18-175 1,35 140 0,54-88-1,-19-17 1,36 141 0,53 87-1,-53 54 1,0 18-1,0 122 1,0 90 0,-17 16 62,-19 19-63,-16-1 1,-72 18 0,-140 0-1,-177 0 1,-230 0 0,-475 0-1,-459-141 1,141 17-1,934 124 1,-175 0 0,511 0-16,17 18 15,-70 35 1,124-18-16,70-17 16,-53 0-1,89-18 1,-1 0-1</inkml:trace>
  <inkml:trace contextRef="#ctx0" brushRef="#br0" timeOffset="-68173.38">17251 16951 0,'-35'0'32,"17"0"-17,0 0 1,-17 0 0,0 0-1,-36 0 16,36 0-31,17 18 16,-52 17 0,34 18-1,19 88 17,70-88-17,35 0 1,-35-18-1,53 18 1,158 53 15,-211-106-15,-18 0 0,18 0-1,0 0 1,18 0-1,17 0 1,-53-18 0,1 18-1,34-35 1,-52 35 0,17-18-1,-35 1 32,53-89-31,-53 35-16,0-35 31,-88 53-15,-71-88-1,18 53 1,35 35-1,71 36 1,-1 17 0,-34 0-1,35 0 1,-36 0 0,18 0-16,18 0 15,0 0 1,17 0-16,0 0 47,-52 17-32,17 1 1,0 0 0,-18 34 15,-17 1-16,18 18 1,-54-1 0,71-34-1,53-19 1</inkml:trace>
  <inkml:trace contextRef="#ctx0" brushRef="#br0" timeOffset="-61372.95">7426 4374 0,'-71'0'31,"-17"-17"-15,-35-18-1,-89 17 1,-141-70 0,-70 70-1,-18-17 1,53 0-1,-141-36 1,53 71 15,264-18-15,-247 1 0,248 17-1,17 0-15,123 0 16,-35 0-1,89 0-15,-19 0 16,-34 0 0,-213 0 31,89 17-32,53-17 1,106 0 15,17 0 0,1 0-15,-19 36 15,1 17-15,18 88-1,-1 0 1,18 353 0,53-212-1,317 1005 1,-317-881 0,-70 264-1,-72-423 1,19 0-1,35 88 1,35 124 0,88 88-1,194 141 17,-123-318-1,-124-176 0,-17-176 0,-1-18 1,1 0-1,17 0-16,300 0 1,0 0 0,671 70 15,-18 36-15,828-53 15,-1427-106-16,-284 18 1,-105 17 0,18 18-1,-18-17 1,0-19-16,18 36 16,-1-70-1,-17-18 1,0 35-1,18-35 1</inkml:trace>
  <inkml:trace contextRef="#ctx0" brushRef="#br0" timeOffset="-61076.48">8167 10389 0,'0'0'15,"88"18"1,-70-18 0,-18-88 15,-53-71-16,0-88 1,-71-123 0,36 87-1,-335-881 1,105 335-16,54 53 16,-36-229-1,300 670 1,35 123-1,0 159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45283" units="1/cm"/>
          <inkml:channelProperty channel="Y" name="resolution" value="37.24138" units="1/cm"/>
          <inkml:channelProperty channel="T" name="resolution" value="1" units="1/dev"/>
        </inkml:channelProperties>
      </inkml:inkSource>
      <inkml:timestamp xml:id="ts0" timeString="2025-11-17T01:40:25.8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15117 14905 0,'-71'0'31,"-35"0"-15,-70 0 0,-18 0-1,53 0 1,70 0 0,18 0-16,0 0 15,-17 0 1,-19 0-1,-34 0 1,35 0 0,0-18-1,-54 1 1,54 17 0,35 0-1,36 0 110,-36 17-109,35-17-1,-17 0 1,17 0-16,-17 0 47,0 0-31,-36 0-1,1 0 1,52 18-1,18 17 48,0-17-47,0 52 15,0-34-16,18-1 1,-1 124 0,-17 17 15,-35 0 0,-18 36 0,35-141-15,1-1 15,17-52 1,0-1-1,17-17 31,36 0-30,-17 0-17,34 0 1,36 0-1,-35 0 1,281 18 0,-158 0-1,53-18 1,371 17 15,-318-34-15,211-19 15,-193 19 0,-248 17 1,18 0-17,159 0 1,-159 0-1,89-18 17,-160 18-17,1 0-15,0 0 16,-1 0-16,1 18 16,53-18-1,-54 0-15,19 0 16,-1 0-1,0 0 1,-17 0 0,35 0-1,17 0 1,-17 0 0,-35 0 15,-18-18 0,35-17 0,0 35 1,-17 0-17,0 0 1,-18-53 15,0 18-15,0-53-1,0-1 1,-18-52 0,-53-35-1,18 35 16,53 123-15,0 0-16,0 1 31,-35 17 1,0-18-17,35 1 1,-35-1-1,-1-17 1,19 35 0,-36-18-1,-18 18 1,-88 18 0,-52-1-1,-36-17 1,-353-17 15,318 17-15,141-18-16,0 0 15,-124 1 1,53-36 0,124 53-1,35 0 1,18 0-1,0 0 1,0 17 0,17-17-1</inkml:trace>
  <inkml:trace contextRef="#ctx0" brushRef="#br0" timeOffset="4109.72">17163 15434 0,'35'0'32,"18"0"-17,35 0 1,18 18 0,35-18 15,0 0-16,-70 17-15,34-17 16,107 0 0,-18 0-1,-53 36 1,-53-19-16,-35 1 16,194 52-1,71-17 1,-36-17-1,-70-36 1,-54 17 0,19 1-1,-1-18 1,-17 0 0,-88 0-1,-124-18 63,-53-88-62,35 1 0,36 69-1,17 1 1,-17 0-1,17-18 1,1 35 0,52 71 31,18-35-32,53 52 1,35 1-1,18-1 1,-1 36 0,-105-88-1,-70 0 48,-71 17-48,-124 106 1,-141 53 0,194-71-1,-141 107 1,124-89-16,70-18 16,18 107-1,88-195-15,53-35 16</inkml:trace>
  <inkml:trace contextRef="#ctx0" brushRef="#br0" timeOffset="6133.09">21484 14693 0,'-159'-17'31,"-123"105"-15,265-53 0,-54 71-1,18-18-15,53 18 16,124 211-1,52-52-15,89 17 16,317 106 0,-388-264-16,-71-89 15,-35-70 1,0-36 0,-17-88-1,35-35 1,-106-35-1,-124-71 1,-175-70 0,34 158-1,177 177 1,88 52 31,0 1-32,0 35-15,0 0 0</inkml:trace>
  <inkml:trace contextRef="#ctx0" brushRef="#br0" timeOffset="6728.61">23283 15399 0,'0'88'32,"0"265"-17,0 35 1,-53-124-1,53-158 1,0-88 0,0-36 46,0-35-46,194-458-1,-123 405 17,70-106-1,-123 195-31,17-19 16,141 19-1,-140 17 16</inkml:trace>
  <inkml:trace contextRef="#ctx0" brushRef="#br0" timeOffset="7011.05">24183 14411 0,'0'-18'31,"18"1"0,-1 17-15</inkml:trace>
  <inkml:trace contextRef="#ctx0" brushRef="#br0" timeOffset="7320.9">24112 15610 0,'0'0'0,"-35"53"31,0 194-16,35 71 1,0-71 0,0-141-1,0-89 1,0-34 15</inkml:trace>
  <inkml:trace contextRef="#ctx0" brushRef="#br0" timeOffset="7937.29">24271 15628 0,'18'0'16,"17"88"0,18 89-1,-53-1 1,0-53-1,0-34 1,-18-1 0,-17-53-1,35-158 48,106-160-48,35 54 1,-18 88 0,19 53-1,-90 70 1,-34 18 0,70 230-1,-17 69 1,-18-69-1,-53-160 1,0-52 0</inkml:trace>
  <inkml:trace contextRef="#ctx0" brushRef="#br0" timeOffset="8513.02">25594 15822 0,'0'0'0,"-35"0"16,-53 106 0,-36 53-1,36 35 1,70-53 0,54-53-1,52-70 1,-35-18-1,35-71 1,106-70 0,-53-35-1,-88 123 1,-18-71 0,-35 107-16,0-1 15,0 53 32,-35 159-31,35 88-1,35-52 1,-35-107 0,-35-70-1,-124 35 1,-70 1-1,141-54 1,52-35 0</inkml:trace>
  <inkml:trace contextRef="#ctx0" brushRef="#br0" timeOffset="8999.11">26864 14746 0,'0'212'31,"0"-424"-31,0 688 16,-18-211 0,1-124-1,17-106 1,0-123 31,17 18-32,-52-1-15</inkml:trace>
  <inkml:trace contextRef="#ctx0" brushRef="#br0" timeOffset="9434.24">26705 15117 0,'53'0'31,"0"0"-16,53 0 1,17-36 0,-17 19-1,-70-1 1,-19 18 0,1 0 15,-1 53-16,-17 17-15,-17 1 16,-160 88 0,-70 17-1,53-35 1,106-70 0,106-71 62,70-18-63,-35 1-15</inkml:trace>
  <inkml:trace contextRef="#ctx0" brushRef="#br0" timeOffset="9776.76">26405 15893 0,'0'0'0,"71"0"15,70 0 1,106-18 0,18 0-1,-160-17 1,-69 35-1,-36-18 17</inkml:trace>
  <inkml:trace contextRef="#ctx0" brushRef="#br0" timeOffset="10009.79">27040 15840 0,'0'88'16,"0"-176"-16,0 388 15,-70-53 1,35-89 0,17-70-1,0-70 1</inkml:trace>
  <inkml:trace contextRef="#ctx0" brushRef="#br0" timeOffset="10306.4">26758 16581 0,'0'123'16,"53"-35"0,0-70-1,106 52 1,-18-52 0,0-53-1,88-36 1,-105 1-1,-107-1 1,-52 1 0,-18-19-1,36 54-15</inkml:trace>
  <inkml:trace contextRef="#ctx0" brushRef="#br0" timeOffset="10665.1">27869 15328 0,'36'0'31,"-1"0"-16,36-17 1,-19 17 15,-52 35 1,-52 124-17,-37 70 1,1 35-1,35-52 1,36-159 0,17-35-1,35-18 1</inkml:trace>
  <inkml:trace contextRef="#ctx0" brushRef="#br0" timeOffset="10942.05">28099 15840 0,'17'17'31,"-34"-34"-31,87 246 16,1-70 15,-18-159 0</inkml:trace>
  <inkml:trace contextRef="#ctx0" brushRef="#br0" timeOffset="11129.56">28275 16034 0,'0'0'0,"18"0"16,88-88 0,-53 17-1,-1-17 1,-34 53-1,35-71 1,-53 35-16</inkml:trace>
  <inkml:trace contextRef="#ctx0" brushRef="#br0" timeOffset="11368.65">28698 15134 0,'0'0'16,"36"177"0,-19 105-1,-17 159 1,0-247 0,18 88-1</inkml:trace>
  <inkml:trace contextRef="#ctx0" brushRef="#br0" timeOffset="11648.88">29104 15064 0,'0'0'0,"0"17"31,0 160-15,35 70-1,36 35 1,0-18-1,34-52 1,-87-124 0</inkml:trace>
  <inkml:trace contextRef="#ctx0" brushRef="#br0" timeOffset="11983.09">30498 14764 0,'0'0'0,"-106"35"15,-159 177 1,18 70 0,36 71-1,70-1 1,52-158 0,89-158-1,0-19 1</inkml:trace>
  <inkml:trace contextRef="#ctx0" brushRef="#br0" timeOffset="12292.26">29316 14958 0,'106'35'31,"141"335"-15,-71-193-1,-17-1-15,-18-52 16,18 34 0,-124-140-16,-17 0 15,-1-18 1</inkml:trace>
  <inkml:trace contextRef="#ctx0" brushRef="#br0" timeOffset="12978.02">21202 17939 0,'106'-53'15,"-18"35"1,159 1 0,-53 17-16,1076 52 31,229 19-16,-582-71-15,1994 0 32,-1465-53-17,-687 0 1,-548-17 0,-140 34-1,17-17-15</inkml:trace>
  <inkml:trace contextRef="#ctx0" brushRef="#br0" timeOffset="47639.89">12188 9049 0,'-52'0'32,"-107"35"-17,18-17 1,-336 52-1,230-34-15,-17 16 16,-177 1 0,71-35-1,105-18 1,159 0 0,36 0-1,17 18 1,0-1-1,17-17 1,19 0 0,-18 0-1,-1 18 1,19 0 0,17-1-1,0 18 1,0-17-1,0 0-15,0 17 16,17 88 0,-17-52-16,0 70 15,18 212 1,70 53 0,36-1-1,-107-105 1,18-53-1,1 71 1,17 87 0,0 213 15,-53-477-15,17-71-1,1 1 1,-1-1-1,-17 1 1,0-18 0,0-18-1,0 0-15,0-17 16,0 17 0,18-17-1,17 105 1,-17 89-1,17-18 1,-17-176 0,17-18 31,1 0-16,-1 0-16,88 0 1,89 0 0,53 17-1,17-17 1,53 0 0,53 0-1,-123 0 1,246 0-1,-52-17 1,-54-1 0,-246 18-16,-18 0 15,106-35 1,0 17 0,-18 18-1,-17-17 1,17-1-1,-17 18 1,0 18 0,-71-18-1,0 0 1,53 0 0,88 17-1,-70 1 1,-106 0-1,-71-18 48,36 0-47,17 0-1,-35 0 1,-36-18-1,-17-53 1,0 1 0,0-18-1,0-106 1,-17-142 0,17-157-1,53 104 1,-18 231-1,-18-530 1,-34 141 15,17 476-15,35-211 0,-17 106 15,-89 123 78,54 0-93,-36 18-1,17 17 1,-17 18 0,-88-35-1,-35-53 1,0-53 0,52 35-1,71 35 1,-158-70-1,-36 35 1,-53-35 0,-88-18-1,-318-52 17,300 193-17,54 0 1,-1 18-1,176 0 1,1-17 0,-335 17-1,228 0 1,160 17-16,-124-17 31,176 0-15,1-17-1,34-1 1,-87 18 0</inkml:trace>
  <inkml:trace contextRef="#ctx0" brushRef="#br0" timeOffset="101416.66">9384 7585 0,'0'17'15,"53"54"17,-18-36-17,0 18 1,-17-35-1,70 123 1,-35-53 0,0 18 15,-18-53-15,53 88-1,1-18 16,-89-105-15,17 0 15,36 35-15,53 88 15,-53-71-15,0 1 15,-35-54-15,-1 36-1,1-35 1,35 88 0,-18-71-1,18 36 1,0 17 15,35 53 0,-35-88-15,0 35 15,106 88 0,-71-70 1,-71-88-17,19 17 1,-19 0 0,54 54-1,-18-1 1,0 0-1,-18-35 1,0 0 0,18 17-1,-35-34 1,17 17 0,-17 0-1,-1-18 1,1-17-1,17 34 1,1 1 0,-19-17-1,1-19 1,0 19 0,-18-19-16,35 1 15,0 35 1,-17 0-16,52 52 31,1-34-15,-1 0-1,-34-19 1,-1-16 0,0 17-1,18 35 1,53 35-1,-18-52 1,-53-1 0,-17-52-1,53 53 1,-18-18 0,70 141 15,-70-141-16,-18-1 1,1 1 0,-36-35-1,35 17 1,-35 1-16,53 16 31,-18 1-15,18 36-1,0-37 1,-18 37 0,18-19-1,-18-34 1,18 34 0,-35-35-1,0 1 1,-1-1-1,1 0 1,-1-35-16,1 53 16,35 18-1,-35-71-15,-1 35 16,1-17 0,0 17-1,-1-17 1,1 17-1,-1 0 1,1-17 0,0-1-1,-1 1 1,-17 0 0,18-1-1,0 1 1,17 17-1,-17-17 1,-18 17 0,17-35-1,1 18 1,17-1 15,-35 19-15,0-19-16,18-17 15,-18 18 1,17 0 0,1 17-1,0 0 1,17 18 0,-17-35-1,-18-1 1,35 19-1,0-1 1,-35 18 0,18-18-1,-1-17 1,36 70 0,-17-35 15,17 17-16,-36-34-15,1-19 16,-18 1 0,35 35-1,-35-18 1,35-17 0,-17 17-1,0-17 1,-1-1-1,1 1 1,0 17 0,-1 1-1,1-1 1,-1-18 0,-17 1-1,18 17 1,0-35-16,-18 18 15,35 17 1,-35-17 0,18 17-1,17-35 1,-35 18 0,0-1 15,18-17-16,-18 18 1,17 0 0,-17-1-1,18 19 1,0-36 0,-1 35-1,1-17-15,-1-1 16,1 18-1,0-17 1,-1 17 0,1 1-1,0-19 1,-1 19 0,19-1-1,-19-18 1,18 19-1,1-19 1,17 36 0,0 18-1,35-18 1,-18 0 0,-34 0-1,16-18 1,-52 0-1,53-17 1,-53-1 0,18 1-1,17 0 1,-17 17-16,17-17 16,-17 17-1,35 0 1,-36 1-1,19 16 1,17-34 0,0 35-1,-53-35 1,35-18 0,-35 17-1,17 1 1,1 0-1,0 17 1,-1-35 15,-17 17 16,18 1 16,-18 0-32,35-1 0,-35 1 0,18-18 110</inkml:trace>
  <inkml:trace contextRef="#ctx0" brushRef="#br0" timeOffset="105549.32">9472 7885 0,'18'0'78,"-1"0"32,1 0-95</inkml:trace>
  <inkml:trace contextRef="#ctx0" brushRef="#br0" timeOffset="107013.2">9701 7973 0,'-17'-18'47,"-1"1"-32,18-1-15,-18 0 16,-34 1-1,34-1 1,18 0 15,-35 1-15,17-1 0,-17 0-1,35-17 1,-18 0 78,0 35-79,18-35 79,-17 17-78,17-17-1,-35-18 1,35 35-1,-18 0 1,18 1 0,-35-71-1,17 70 1,0-70 0,1 17-1,-19 36 1,19 17-1,-1 1 1,18-1-16,-17 0 16,-19-35-1,1 1 1,0 16 0,-36-17-1,-17-17 1,17-18-1,-17-36 1,-18 1 0,53 52-1,0 1 1,18-1 0,-18 0-1,0 1 1,-17-36-1,35 53 1,17 35 0,0-17-1,-17 0 1,0 0 0,-1-18-1,19 35-15,-1-17 16,-17 0-1,17 17-15,-17-17 16,-18-18 0,0 0-1,18 18 1,0-1 0,17 19-1,0 17 1,-17-36-1,17 36 1,-17-17 62,17 17-62,18-18-1,-35 0 1</inkml:trace>
  <inkml:trace contextRef="#ctx0" brushRef="#br0" timeOffset="109076.66">23707 9842 0,'17'0'31,"19"0"-15,69-35-1,89 0 1,18 35-1,35 0 1,18 0 0,-36 0-1,-35 0 1,18 0 0,-107 0-1,142 0 1,-123 0-16,-1 0 15,142 0 1,-159 0-16,0 0 16,-18 0-16,18 0 15,35 0 1,-71 0-16,-17 0 16,71 0-1,-18 18 1,-18-18-1,18 0 1,35 0 0,53-36-1,17 19 1,19 17 0,-54 0-1,142 0 1,-195 0-1,-17-18-15,17 18 16,54 0 0,-71 0-1,17 0 1,18 0 0,124 0-1,-54 0 1,-70 0-1,-52-18 1,-54 18 0,-17 0-1,-1 0 1,19 0 62,-1 0-62,-18 0-16</inkml:trace>
  <inkml:trace contextRef="#ctx0" brushRef="#br0" timeOffset="109976.64">24024 12277 0,'71'-18'31,"70"18"-15,106-18 0,88 1-1,53-1 1,-35 0 0,0 1-1,-71 17 1,-106 0-1,-88 0 1,-70 0 0</inkml:trace>
  <inkml:trace contextRef="#ctx0" brushRef="#br0" timeOffset="112546.41">29774 11836 0,'36'0'0,"158"0"31,17 0-15,36 0-1,53 0 1,0 0-1,-159 0 1,-123 0 0</inkml:trace>
  <inkml:trace contextRef="#ctx0" brushRef="#br0" timeOffset="116944.65">29422 10407 0,'35'53'31,"-17"17"-15,105 195-1,-105-194 16,-1-54 16,1 1-31,-18-36 31,35-123-16,177-529 0,52-565-15,-17 300-16,36-987 31</inkml:trace>
  <inkml:trace contextRef="#ctx0" brushRef="#br0" timeOffset="123152.46">6632 16034 0</inkml:trace>
  <inkml:trace contextRef="#ctx0" brushRef="#br0" timeOffset="123841.63">6756 16069 0,'0'-18'125,"0"1"-109,17-19-1,-17 19 1,0-1-1,0-17 32,18-36-15,0 36 124</inkml:trace>
  <inkml:trace contextRef="#ctx0" brushRef="#br0" timeOffset="124044.96">6897 15787 0,'0'0'0,"0"-18"16,0 1 0,0-1-1</inkml:trace>
  <inkml:trace contextRef="#ctx0" brushRef="#br0" timeOffset="124200.64">6932 15469 0,'0'0'16,"18"-35"0,-18 0-1,0-1 1,0 19 0,17-36-1</inkml:trace>
  <inkml:trace contextRef="#ctx0" brushRef="#br0" timeOffset="124369.66">7020 15099 0,'0'-18'15,"18"-17"-15,-18 17 16,18-35 0,-18-35-1,0 18 1,0-1-1,0-17 1</inkml:trace>
  <inkml:trace contextRef="#ctx0" brushRef="#br0" timeOffset="124573.3">7056 14252 0,'-36'-229'31,"72"458"-31,-107-617 16,71 335 0,-35-35-1,17-18 1,-35-88 0,53 124-16</inkml:trace>
  <inkml:trace contextRef="#ctx0" brushRef="#br0" timeOffset="125025.16">7091 9966 0,'0'0'31,"0"-18"-15,0 1-1,17-19 1,-17-34 0,36-36-1</inkml:trace>
  <inkml:trace contextRef="#ctx0" brushRef="#br0" timeOffset="125242.89">7144 9490 0,'0'-106'31,"0"35"-31,0 248 0,0-671 31,-18 159-15,-17 0 0,0 52-1,-1 36 1,19 124-16</inkml:trace>
  <inkml:trace contextRef="#ctx0" brushRef="#br0" timeOffset="125446.21">6809 5927 0,'0'0'0,"0"-36"16,0 1 15</inkml:trace>
  <inkml:trace contextRef="#ctx0" brushRef="#br0" timeOffset="127857">6720 5080 0,'18'0'31,"35"18"-15,-18-1-1,1 36 1,-19-35-1,-70-53 142,53 17-142,18 36 32,105 52-31,-70 1-16,-35-36 15,0 0 1,-54-35 15,-34 0-15,-1-53 0,1 0-1,-19-17 1,54 17-1,159 88 32,-19 36-31,-87-54 0,-18 1 15,0-36 0,-70-52-15,17-142 15,53 195-15,17 17-1,107 105 16,-71-52-15,-36 18 15,-34-18-15,-72-18-16,1 0 16,0-17-16,-18-18 15,53 0-15,18-18 31,17 18-15,18-17 0,36 17-1,-1 0 1,36 0 0,17 17-1,-35 19 1,-18-1-1,-35 18 1,0-71 31,53-176-31,-36-18-1,-17 124 1,18 106 15,70 141-15,36 70-1,-36 0 1,-88-141 0,-71-88 15,1 0-16,-1-17 1,-52-107 0,70-34-1,18 69 1,35 54 0,17 35 15,71 53-16,-17 0 1,-71-35 0,-18-54 46,-17-52-46,0 0-1,35 70 1,106 106 15,52 18-15,-87-35 0,-18-18-1,-71-53 48,-88-88-48,-52-124 1,87 88 0,53 107-1,89 140 16,0 18-15,-19-35 0,-52-88-1,-17-18 79,-1 0-78,1-18 15,-36-17-15,17 35-1,19-18 1</inkml:trace>
  <inkml:trace contextRef="#ctx0" brushRef="#br0" timeOffset="133056.32">2716 3263 0,'0'35'234,"0"177"-218,124 229-1,88 88 1,-107-264-1,-69-212 1,-19-53 15,1-18-15,17-123 0,53-423-1,195-653 1,246 17-1,-53 142 1,53 458 0,0 600-1,-335 0-15</inkml:trace>
  <inkml:trace contextRef="#ctx0" brushRef="#br0" timeOffset="136161.64">7973 3969 0,'-88'-53'16,"176"106"-16,-688-247 16,-670 106 15,688 387 0,441-175-15,-141 334-1,193-334 1,-69 193 0,105-52-1,70-106 1,319 529 0,-125-336-1,-87-157 16,-89-178-15,300 160 15,265-19 1,-247-87-17,-195-54 1,266 19-1,-230-36-15,388-36 32,-247-87-17,-106-36 1,-52-17 0,-1-1-1,0 1 1,-17-36-1,-35-105 1,-107-36 0,-34 18-1,-72-18 1,-52 71 0,18 0-1,35 158 1,-18-52-16,-18 52 15,-123-87 1,89 123 0,87 70-1,1 18 1,-89 0 0,-106 18-1,-35 52 1,18 71-1,-35 0 1,-71-17 0,-71-1-1,-158 36 1,193 53 0,124-18-1,18 0 1,-53 88 15,229-70-15,71-106-16,0-1 15,35 72 1,53 87 0,70-17-1,-17-159-15,282 248 31,0-107-15,-53-53 0,53-140-1,106-36 1,670-124 15,-370-17-15,-159 35-1,-176-17 1,-212-36 0,-142-70-1,-105-71 1,-35-18 0,-18 71-1,-17-17 1,-89-89-1,-35-17 1,-35 70 0,-18 106-1,35 70 1,-106 71 0,-34 53-1,-72 18 1,230 35-1,-300 17 1,177 19-16,88-19 16,-265 71-1,106 36 1,17 34 0,142-34-1,70-1 1,71-17-1,70 52 1,18 107 0,141 70-1,36-88 1,-1-88 0,54-71-1,105 53 1,-53-88-1,388 158 1,-405-193 0,211-54-1,71-17 1,-36-106 0,-105-52-1,-124-1 1,-176-123-1,-35-71 1,-71-123 0,-688-918 15,-71 548 0,389 652-15,299 194-1,-334 0 1,-566 105 31,636-34-47,-353 105 16,300-35-1,-529 159 16,582-141-15,70 88 15,213-194-15,-19 88 0,53-70-1,1-1-15,87 283 31,283 211-15,70-17 0,-105-318-1,-71-105 1,158-18 0,54-71-1,158-35 1,212-123-1,-123-177 1,-212-35 0,-247 17-1,-88-35 1,-124-17 0,-35 123-1,-18-212 1,-123 159-16,18-88 15,-142-229 1,106 388-16,1 52 16,-19 36-16,54 35 15,-71 18 1,158 88 0,-87 35-1,-124 71 1,-159 18-1,-70-36 1,0 0 0,35-53-1,70 54 1,36 87 0,71 36-1,158-124 1,71-35-1,-36 17 1,53-52-16,1 17 16,-36-17-16,0 35 15</inkml:trace>
  <inkml:trace contextRef="#ctx0" brushRef="#br0" timeOffset="176329.61">13688 9172 0,'-18'0'94,"-35"0"-79,36 0 1,-54 0 0,-17 0-1,-124 0 1,-88 0 0,-88 0-1,106 0 1,88 18-1,123-18 1,-87 0 0,87 0-16,-17 0 15,-71 0 1,-35 0 0,53 0-1,106 0-15,-1 18 16,1-18-1,-18 17 1,-88-17 0,-106 18-1,36-18 1,69 0 0,54 0-1,53 0 1,-36 0-1,-34 0 1,-1 0 0,53 0-1,35-18 48,1 18-48,-19 0 1,19 0 0,17-17-1,0 52 142,0 35-142,17 36 16,1-18-15,0 18 0,-18 35-1,17 71 1,-17 35 0,71 0-1,-1-53 1,19 159 15,-37-124-15,-16-106-16,17 19 15,35 105 1,-53-142-16,0 1 16,-17 0-1,-18-53 1,18 17-1,-18 19 1,17-1 0,1 0-1,0-53 1,-18 1 0,0 34-1,0 1 1,0 17-1,0 0 1,0-17 0,-18-18-1,-35 52 1,0 54 0,18-88-1,35-18-15,-18-18 31,18-17-15,-17 17 0,-19 35-1,19-17 1,-1-17 0,18-19 15,-18 36-16,-17-18 1,35 18 0,-18 0-1,18-35 1,36-18 93,-1 0-77,36 0-1,405 0 0,318 18 0,-406 17 1,105-18-1,-351 1-31,210 0 31,-105-18-15,-158 0-16,175 0 31,-140 0-15,70 0-1,-53-18 1,0 0-1,-18 18 1,36 0 0,35 0-1,0 0 1,0 0 0,0 0-1,-53 0 1,36 0-1,17 0 1,0 18 0,-36-18-1,-105 0 1,-17 0 0,-19 0-16,36 0 46,247 18-30,-176-18 31,-124-71 78,-53-176-94,53 106-15,-18-441-1,18 353 1,0 52 0,0-140-1,-18 140-15,18 19 16,-17-336 0,-19-18 15,-34-17 0,-36 123 0,88 336 1,1 17-17,17 0 16,0 35-15,-18 18 47,0-17-48,1-19 1,17 19 93,-71-71-62,-70-142-16,88 160 1,36 70-1,-36 0 0,17 0-15,-69 0-1,69 0 1,-87 0 0,70 0-1,-194-53 1,-370-106 15,387 106-15,36 18-1,36 17 1,69 1 0,-175 17-1,-18 17 1,158 19-1,1 16 17,52-52-17,-194 0 1,89 0 0,123 0-1,-70 0 1,17 0-1,-53 0 1,53 0 0,-194 18-1,124 0 1,17 17 0,18-17-1,53-18 1,-106 0 15,88 0-15,-70 0-1,52 0 1,54 0-16,-107 0 31,71 0-15,71 17-16,-141-17 31,141 18-15,17-18-1</inkml:trace>
  <inkml:trace contextRef="#ctx0" brushRef="#br0" timeOffset="186617.64">16916 15011 0,'-18'0'62,"0"0"-46,-229-36 15,195 36-15,34 0-1,-35 0 16,18 0-31,-36 0 16,36 0 0,0 0-1,-36 0 1,0-17 15,19-1-15,-54 18-1,-53 0 17,53 0-1,-88-35 0,71 35 0,105 0-15,-53 0 0,54 0-1,-36 0 17,18 0-17,-1 0 1,1 17-1,-124 19 17,-123 17-1,141-53-15,-124 0 15,107 0-16,52 0 17,71 0-17,17 0 1,-35 17 46,35-17-46,1 0 15,-1 0-15,0 0 0,-17 0-1,0 0 1,17 0 15,1 0-15,-19 0-1,-34 0 1,-1 0 15,18-35 32,18 35-48,-53-18 1,70 18 0,36 36 187,-18-19-188,35 1 1,-17-18 0,-18 35-1,0 36 1,0 35-1,-18-18 1,18-53 0,0 0-1,0-17 1,0 35 0,-18 35-1,18 18 1,0-35-1,0-36 1,0-18 0,0 1 15,0 0 0,0-1 16,18-17-31,-18 18-1,18 0 1,-1 35 0,19 17-1,17-17 1,-1-35-1,-16-18 1,52 0 0,-70 0-16,17 0 15,35 0 1,-17 0-16,230 0 31,-89-18-15,-36-17-1,-34 35 1,-1 0 0,18 0-1,53 0 1,71 0 0,-36-18-1,1-35 1,-160 53-1,89 0 1,-71 0-16,53 0 16,141 53-1,-123-53-15,0 18 16,70-1 0,-35-17-1,-123 0 1,-54 0-1,1 0 142</inkml:trace>
  <inkml:trace contextRef="#ctx0" brushRef="#br0" timeOffset="202784.71">7814 6491 0,'0'-18'47,"0"-52"-16,18 17 0,-1 53-15</inkml:trace>
  <inkml:trace contextRef="#ctx0" brushRef="#br0" timeOffset="203136.84">8943 7902 0,'0'0'0,"18"0"47,105 88-32,124 159 17</inkml:trace>
  <inkml:trace contextRef="#ctx0" brushRef="#br0" timeOffset="203329.67">9772 8502 0,'18'0'47,"17"0"-31,-18 0-1</inkml:trace>
  <inkml:trace contextRef="#ctx0" brushRef="#br0" timeOffset="203570.87">10248 8255 0,'0'-18'79</inkml:trace>
  <inkml:trace contextRef="#ctx0" brushRef="#br0" timeOffset="203831.61">9049 6950 0,'0'0'0</inkml:trace>
  <inkml:trace contextRef="#ctx0" brushRef="#br0" timeOffset="-203863.66">6209 17198 0,'18'18'63,"105"17"-47,-70 0-16,17 0 15,266 71 1,87 53-1,36-18 1,34-70 0,1-71-1,-53 0 1,-17 0 0,-72 0-1,1 35 1,0-35-1,0 18 1,-142-18 0,125 17-1,-160-17-15,0 0 16,177 18 0,-177-18-16,-34 0 15,34 0-15,36 0 16,229 0-1,141-35 1,106 17 0,-89 0-1,-193-88 1,-159 36 0,0 52-1,-18 1 1,53 17-1,-70-36 1,-53-34 0,-36 17-1,-34 0 1,-37 18 0,72 17-1,-18 18 1,194 0-1,-159 0-15,-53 18 16,-17-18 0</inkml:trace>
  <inkml:trace contextRef="#ctx0" brushRef="#br0" timeOffset="-194359.99">5891 16704 0,'0'35'63,"18"36"-47,53 35-1,-36-71 1,18 18-16,17 0 15,71 17 1,-17-17-16,352 106 31,-176-53-15,-35-53 0,-89-18-1,36-17 1,88 52-1,140-34 1,54-1 0,18-18-1,-142-17 1,-35 18 0,-17 17-1,-18 1 1,-53-36-1,0 0 1,17 0 0,-52 0-1,53 0 1,-142 0 0,177 17-1,-124 1-15,-35-18 16,212 0-1,18 35 1,34-17 0,19 17-1,-36-35 1,-71 0 0,-123 0-1,-53 0 1,89 0-1,122 0 1,1 0 0,-88-18-1,-142-52 1,-70 52 0,318-88-1,-36 71 1,-194 35-1,-35 0-15,-1 0 16,-16 0 0,-72 0-16,1 0 47</inkml:trace>
  <inkml:trace contextRef="#ctx0" brushRef="#br0" timeOffset="-176970.08">13988 9296 0,'-18'-18'47,"-53"18"0,-87 18-32,-19-18 1,36-18 0,0 0-1,-35 18 1,-212 0 0,-124-35-1,1 18 1,105 17-1,159 0 1,176 0 0,-87 17-1,-72 18 1,-87-35 0,105 0-1,124 0 1,70 0 15,-70 0-15,-212-17-1,18 17 1,176 0 0,89 0-1,-1 0 32,18 17 47,0 72-63,106 299-15,70-88 15,-176-124 0,35 141 0,1-193-15,105 176 0,-106-230-1,-35-52 1,0 52 0,53 36-1,70 141 1,-52 36-1,-18 87 17,-71-264-17,-17-36 1,-71 213 0,106-160-16,-17 283 31,34-230-16,-17-141-15,0 1 16,0 17 0,0 52-1,-17 54 1,17 18 0,0-107-1,52-88 220,143 1-220,140-1 1,88-35-1,71 36 1,-18 17 0,18 0-1,0 0 1,-18 70 0,-53-35-1,-70-17 1,-123-18-1,-36 18 1,-36-18 0,-69 0-1,105 0 1,-71 0-16,230 0 31,-71 0-15,-194 0-16,53 0 15,53 0 1,-70 17 0,-18-17-1,0 0 1,-1 0 0,-69-17-1,69 17 79,142 0-78,-141 17-16,-106 1 15,-35-18 32,17 0-31,1 0-1,-1-18 1,-17-17 0,17-88-1,18-89 1,-17-53-1,-1-158 1,18-53 0,35 141-1,18 123 1,-35 89 0,-1-72-1,-17 72-15,0-18 16,0-141-1,-35-1 1,35 72 0,-18 123-16,18-18 15,-88-106 1,35 124 0,36 70-1,17 1 1,-53-89 15,-53-106-15,53 53-1,18 89 1,17 70 15,-17 0 63,-36-18-78,-140-105-1,-107 17 1,54 71-1,52 35 1,-70 0 0,-71 0-1,18 53 1,-18 70 0,35-70-1,19 35 1,69-53-1,124-35 1,-35 0-16,-35 0 0</inkml:trace>
  <inkml:trace contextRef="#ctx0" brushRef="#br0" timeOffset="-173392.12">15222 9243 0,'-35'0'47,"17"0"-32,-193-35 1,-54 17-1,89 18 1,-336 0 0,1 0 15,299 0-15,-264 0-1,405 0 1,-52 0-1,-18 0 17,-371-35-1,318 17-15,71 18 15,52 0-16,-70 0 1,-124-18 0,160 18-1,34 0 1,-52 0 0,105 0-1,0 0 1,-17 0-1,-36 0 1,1-17 0,52 17 46,-70 0-46,-88 0-1,-1 0 17,160 0-17,-72 0 17,19 0-17,35 0 1,17 0-1,-88 0 17,36 0-17,34 0-15,-17 0 32,36 0-1,-19 0-16,-16 0 1,34 0 0,0 0 46</inkml:trace>
  <inkml:trace contextRef="#ctx0" brushRef="#br0" timeOffset="-170238.12">9507 9366 0,'-17'36'31,"17"87"-15,0 89-1,0 70 1,0 18 0,0-106-1,-71 53 1,54 70-1,-19 89 1,-17-106 0,18-71-1,17-88 1,18-35 0,0 70-1,0 18 1,0-52-1,18-19 1,0-52 0,-18-36-1,17 71 1,1-36-16,-18-17 16,35 106-1,-35-53 1,36-36-1,-19-17 1,-17 0 0,0 106-1,0 0 1,0 17 0,0-105-1,18-36 1,-18 0-1,0 0 1,53-35 125,105 0-126,142 0 1,88 0 0,-35 0-1,-35-17 1,-1 17-1,-35 17 1,-35-17 0,-70 0-1,17 0 1,-88 0 0,-18 0-16,-18 18 15,36 0 1,-35-1-16,-18-17 15,52 18 1,-34-18-16,264 0 31,-106 0-15,36-18 0,-89 18-1,-34 0 1,52 0-1,0 0 1,17 0 0,-34 0-1,-36 0 1,70 0 0,-52 0-1,-53 0 1,0 0-1,-71 0-15,18-17 16,-35 17 0,-1 0-1,36 0 1,18 0 0,-1-18-1,-17 0 1,-17 18-1,-19-17 1,36-1 0,106 18-1,70 0 1,-70 0 0,-106 0-1,-36-17 1,-17-1 93,18 18-93,-18-18-1,35-52 1,-17-71 0,0-71-1,17-317 17,0 264-17,-35 36 1,-35-53-1,-18 17 1,53 18 0,0 124-1,18-71 1,-18 141-16,17-18 16,-17-70-1,0 53-15,0 0 16,0-124-1,0 53 1,0 53 0,0-17-1,0-53 1,-35-142 0,17 71 15,18 229-16,-17 18 48,17-17-1,-36 17-46,19-36-16,-124-87 31,123 88-15,-17 35 15,-18-18-15,-53-17-1,-53-18 1,71 18 0,70 35-1,-34 0 1,-37 0 0,-52-36-1,-70-34 1,87 17-1,-264-53 1,265 71 0,-124-36-1,88 18-15,18 0 16,-159-52 0,35 34-1,54 0 1,52 36-1,71 35 1,17 0 0,18 0-1,0 0 1,18 0 0,-18 0-1,-70 0 1,-124 0-1,35-17 1,124 17 0,-36 0-1,89 0-15,-18 0 16,-88 0 0,88 0-16,-17 0 15,-71 0 1,-18 0-1,0 0 1,-335 35 0,247-35 31,194 0-32,18 0 1</inkml:trace>
  <inkml:trace contextRef="#ctx0" brushRef="#br0" timeOffset="-169160.14">9278 9208 0,'35'0'47,"-17"0"-32,0 0 1,35 0 0,-1 0-16,336 0 31,-52 17-16,34 1 1,-17-18 0,17 17-1,54 1 1,105 0 0,0-1-1,-70-17 1,-107 18-1,-211-18 1,18 0 0,-71 18-16,1-18 15,228 17 1,-158 1-16,476 0 31,-335-1-15,-106-17-1,-141 0 1,-36 0 0,71-17 46,1 17-46</inkml:trace>
  <inkml:trace contextRef="#ctx0" brushRef="#br0" timeOffset="-165235.2">8696 8290 0,'0'18'93,"0"35"-77,-53 70 0,35-17-1,-17-53 1,35-35 0,0 17 15,0-17-16,0-1 1,35-17 78,1-17-79,52-36 1,88-18 0,-88 18-1,265-194 1,-176 177 0,122-124-1,54 35 1,-18 18-1,-211 88-15</inkml:trace>
  <inkml:trace contextRef="#ctx0" brushRef="#br0" timeOffset="-159473.41">16387 14975 0,'0'-17'46,"-71"-1"-30,-35 18 0,-70-18-1,-36 18 1,-123-17 0,-18 17-1,-70-18 1,17-17-1,177 17 1,141 18 0,52 0-1,19 0-15,-36 0 16,-35 0 0,35 0-16,0 0 15,17 0 1,1 0-1,-71 0 32,-35 18-31,0 0 0,53-18-1,17 0 1,54 0 93,17 17-78,-35 18-15,-1 89 0,-17-18-1,-17 17 1,17-35 0,0 1-1,53 34 1,0 18-1,53 18 1,-53-106 0,0-35 31,17-1-32,1-17 16,0 0 16,52 0-31,54 18 0,211 105-1,141 36 1,-70-53-1,17-88 1,-35-18 0,-53 0-1,-105 0 1,-142 0 0,-53-18-1,-17 18-15,-1 0 63,72-71-32,422-123 0,-158 71 0,194 17 1,-477 71-1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45283" units="1/cm"/>
          <inkml:channelProperty channel="Y" name="resolution" value="37.24138" units="1/cm"/>
          <inkml:channelProperty channel="T" name="resolution" value="1" units="1/dev"/>
        </inkml:channelProperties>
      </inkml:inkSource>
      <inkml:timestamp xml:id="ts0" timeString="2025-11-17T01:45:21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2099 4762 0,'71'0'31,"105"-17"-15,106-36-1,142 53 1,211-35 0,-194 35-1,35 0-15,1023 0 32,-917 0-17,-70-18 1,-18 18-1,-230 0-15,653 0 32,-229 35-17,-53-35 1,-141 0 0,-141 0-1,-88-17 1,52 17-1,71 0 1,-53 35 0,-53-35-1,-105 0 1,-71 0 0,35 0-1,212 0 1,52 18-1,-228-18 1,140 0 0,-211 0-16,141 0 31,-71 0-15,54 0-1,-36 0 1,-106 0-1,-88 35 32,0 53-31,35 71 0,36 17-1,-36 1 1,53 140-1,53 248 1,-35-142 0,0-88-16,-36 0 15,-52 124 1,0-248-16,17 477 31,53 18-15,53 123-1,-141-106 1,0-388-16,0 265 31,-53-318-15,-17 0 0,-36 142-1,-35-1 1,0-88-1,17-17 1,19 35 0,87-195-1,-17 19-15,35-36 16,17 123 0,19-123-16,-1-17 15,18 52-15,-53 459 31,-88-141-15,52-300-16,19 0 16,17-17-16,0 34 15,35 142 1,0-18 0,-17-53-1,-1-88 1,-17-158-1,-35-36 189,-124-53-189,-52 18 1,-160 35-1,-123 35 1,-564-18 0,300-17 15,493-17-15,-335-89-1,459 53 1,-370-106-1,17 89 1,-900-107 15,336 142 1,-247-35-1,952 70-16,159 0 1,141 0 0,18 0-1,-36 0 1,-105 0 15,105 0-15,-229 0-1,195 35 1,-531 53 0,72-70-1,335-1 1,-318 1 0,335-18 15,177 0-16,-88 0 1,-124 0 15,88 0 1,141 0-1,53-71 16,-17-140-32,17-54 1,1-17 0,-19 141-1,54-300 1,-53-194-1,-89-159 1,-247-229 0,107 123-1,193 124 1,18 141 0,18 124-1,-1 70 1,19 18-1,-36 211 1,0-17-16,-89-424 31,19 388-15,35 142-16,17 17 16,18-123-1,0-106 1,-18-36-1,18 71 1,0 53 0,0 36-1,71-1 1,-36 18 0,-35-71-1,18 54 1,-18 34-1,35 36 1,-35-159 0,0 1-1,0 34 1,0 212 0,0-18-1,0 36 1,0 18 31,0-19-32</inkml:trace>
  <inkml:trace contextRef="#ctx0" brushRef="#br0" timeOffset="961.93">1147 2805 0,'17'0'15,"1"17"1,-1 19 15,-17 16-15,71 107 0,17 18-1,0 34 1,-70-70-1,17 18 1,1-18 0,-19-70-1,1-71 1,-18-18 46,53-35-46,176-370 0,459-1200-1,-106 406 1,706 582 0,-300 635-16</inkml:trace>
  <inkml:trace contextRef="#ctx0" brushRef="#br0" timeOffset="4899.78">25929 14922 0,'-17'0'31,"-36"0"-15,17 0-16,-17 0 16,-105 53-1,-1 18 1,53-36 0,71 1-1,0-36 1,35 17 15,0 89-15,52 17-1,-34-17 1,0 0 0,-18-35-1,53 17 1,-18-18-1,0-70 1,-35 18 0,18-18-1,-1 0 1,1 0 0,17 0-1,1 0 1,34 0-1,54 0 1,105 0 0,88 0-1,89 18 1,18-18 0,16 17-1,-69-17 1,-106 0-1,-36 0 1,35 0 0,54 0-1,-18-17 1,-177 17 0,71 0-1,-106-18-15,18 18 16,35-18-1,-52-17 1,-72 18 0,1 17-1,17-18 17,53-53-17,-35 36 1,0-18-1,-35 53 1,-18-17 0,-18-107 15,-35 53-15,18 19-16,17-19 15,-105-264 1,88 247 15,-1 88 63,1 0-79,-18 17 1,-17-17 0,-54 0-1,-123 18 1,-194-18 0,-335 0-1,-18-35 1,230 52-1,370 1 1,-88 17 0,176-17-16,-229-1 31,229-17-15,71 0-1,17 0 16,0 0-15,1 0-16</inkml:trace>
  <inkml:trace contextRef="#ctx0" brushRef="#br0" timeOffset="7119.81">28416 14605 0,'-17'35'78,"-266"177"-62,-263 282 0,140-177-1,141-140 1,195-89 0</inkml:trace>
  <inkml:trace contextRef="#ctx0" brushRef="#br0" timeOffset="7570.68">26899 14499 0,'247'371'31,"18"-107"-15,282 283 0,-353-335-16,0-36 15,70 89 1,-87-107-1,-89-87 1,-18-53 0,-17-18-1,-35-36-15</inkml:trace>
  <inkml:trace contextRef="#ctx0" brushRef="#br0" timeOffset="10389.82">24007 14376 0,'0'17'31,"35"36"-15,71 18-1,88 52 1,-53-52 0,-18-1-1,1 19 1,-18-1-1,-54-71 1,-34-17 15,-18-35 32,106-159-48,53-35-15</inkml:trace>
  <inkml:trace contextRef="#ctx0" brushRef="#br0" timeOffset="14512.17">21149 4304 0,'-18'0'31,"1"0"-15,-142 0-1,-582 0 16,388 0-15,-211 0 15,158 35-15,-246-17 15,458-18-15,-318 17-1,230 1 1,53-18 0,70 0-1,-18 18 1,142-18 0,35 17 124,18 1-109,52 105 1,36 195-17,-35 141 1,17 70 0,-53-71-1,-17-299 1,-18 141-1,17-159 1,36 106 0,88 106-1,-17 105 1,-89-52 0,-52 35-1,-54-35 1,36-159-1,35 264 1,0-229-16,0 1 16,-71 52-16,71-88 15,-70 123 1,17-158 0,53-36-1,17 36 1,19 35-1,-72 282 17,-34-282-17,35-53 1,35 53 0,0 35-1,0 89 1,-142 316-1,-193 389 1,35 53 0,283-864-1,-1-142-15,18-105 32,0 0-17,0-1-15,0 36 16,0 0-1,0-35 1,0 35 47,0 35-48,18-18 1,17 1-1,-35-18 1,0 53 0,18-36-1,-18-52 1,17-18 0,19 0-1,69-35-15,54-18 16,300-71-1,193-17 1,213 18 0,299 87-1,53-16 1,-159 16 0,-88 36-1,-35 36 1,-106-1-1,-194-35 1,36 0 0,34-35-1,-140-36 1,-142 53 0,-211-17-1,-36 17-15,-105 18 16,-1-17-1,1 17 1,52 0 0,106 0-1,18 0 1,-141 0 0,-53 0-1,35 0 1,18 0-1,88 0 1,-17 17 0,-54-17-1,-88 0 1,1-17-16,17 17 16,141-36-1,-53 19-15,35 17 16,71 0-1,-88 0 1,-124-18 0,0 18-1,18-17 1,-35 17 0,-18-36 171,0-140-171,0-71-16,0 0 15,-35-529 1,-18-212 0,-18-88-1,18-229 1,0 88-1,53 264 1,0 36 0,0 88-1,-35 106 1,-36 0 0,36 176-1,18 35 1,17 318-1,0-53-15,0 18 16,0-247 0,-18-18-1,-53-18 1,54 54 0,17 176-1,0 176 1,0 70 15,-36-263 0,-34 105 1,52 176-1,-17 18 0,-265 0-15,-3298-53 15,529 141-15,352 36-1,371-54 1,141-70 15</inkml:trace>
  <inkml:trace contextRef="#ctx0" brushRef="#br0" timeOffset="19810.84">22366 15187 0,'18'18'16,"70"17"0,35 18-1,160 0 1,17-36 0,-18-17-1,-88 0 1,-36-17-1,-69 17 1,105-18 0,-124 1-16,36-1 15,0 0 1,-71 18 0,-35-17 30,0-1-30,-35 18 0,-18-35-1,18 17 1,-1 0 0,1 1-1,18 17 1,34 17 93,18 1-93,1 0-1,17 17 1,-53-17 15,0-1-15,53 89 0,17 88-1,-70-123 1,0-54-1,-35-17 48</inkml:trace>
  <inkml:trace contextRef="#ctx0" brushRef="#br0" timeOffset="26729.71">10971 6050 0,'18'-264'31,"-18"-54"-16,0 89-15,0-1 16,0-34-16,0 35 16,-88-389-1,-53-70 1,-18-211 15,88 405-15,71 388 15,0 88-15,-17 1-1,-18 17 48,35 17-48,-177 107 1,71-18 0,-264 405-1,282-370 1,-36 18 0,107-141 30,69-124 1,125-247-31,105-141 0,-17 71-1,-71 264 1,-124 159-1,230 265 17,212 423-1,-283-389-15,36 90 15</inkml:trace>
  <inkml:trace contextRef="#ctx0" brushRef="#br0" timeOffset="27952.54">23954 7497 0,'0'0'0,"-177"-318"15,-405-970 16,300 371-15,17-176 0,107 475-1,34 160 1,36 87 0,0 36-1,35 176 1,18 36-16,-1-1 15,19 19 1,17 87-16,-18 18 125,-17 18-109,-1-1-1,19-17 1,-1 18 0,1-1 15,17 19-16,-36 34 1,-34 1 0,-36 70-16,-18 0 15,-140 212 1,176-212-16,70-106 16,36-88 77,105-194-77,283-335 0,52-17-1,-140 316 1,-106 160-1,-160 105 1,1 1 0,-35 17-16,0 0 31,52 52-15,142 107-1,405 229 16,-335-229-15,-88 0 0,-70-89-1,-89-34-15</inkml:trace>
  <inkml:trace contextRef="#ctx0" brushRef="#br0" timeOffset="31264.51">16439 2663 0,'0'36'140,"18"52"-124,0 159 0,-54 194-1,-105 106 1,88 17-1,53-88 1,-17-52 0,34-72-1,1-69 1,-18 17 0,0-106-1,0-124 1,0-52-16</inkml:trace>
  <inkml:trace contextRef="#ctx0" brushRef="#br0" timeOffset="36150.89">3369 3581 0,'18'17'78,"35"19"-62,141-1 0,141-17-1,88-18 1,89-18-1,105-17 1,247-71 0,89 35-1,-283 71 1,-88 0 0,-17-35-1,52 17 1,89-35-1,-107 36 1,-369 17 0,-72 0-16,1 0 15,35 0 1,-35-18 0,-89 18-1,-52 0 1</inkml:trace>
  <inkml:trace contextRef="#ctx0" brushRef="#br0" timeOffset="57679.94">7779 8819 0,'0'53'16,"-106"159"-1,-106 300 17,159-371-17,-53-18 16,89-123 1,17-18-17</inkml:trace>
  <inkml:trace contextRef="#ctx0" brushRef="#br0" timeOffset="58008.59">7056 8837 0,'0'0'0,"176"318"16,141 105 15,-105-211-15,35-1 15,-229-228 0</inkml:trace>
  <inkml:trace contextRef="#ctx0" brushRef="#br0" timeOffset="58633.88">12259 10583 0,'35'89'16,"-70"-178"-16,141 389 15,-106-159-15,-71-105 16,-52 175 0,35-34-1,-18-89 1,88-53 0,1-35 15,-1-35-31</inkml:trace>
  <inkml:trace contextRef="#ctx0" brushRef="#br0" timeOffset="58963.24">11324 11077 0,'106'0'16,"-212"0"-16,265 0 16,-106 0-16,-18 0 15,53 0 1,1 0-1,69 88 1,89 54 0,-53-19-1,-88-88 1,-88-35 0,-1 0-16</inkml:trace>
  <inkml:trace contextRef="#ctx0" brushRef="#br0" timeOffset="60112.36">3739 13370 0,'36'0'15,"70"0"1,229 0 15,-53-17-15,-123-1-16,264 0 31,-158 18-15,-160 0-16,372 36 31,-72-36-15,36-18-1,-17 18 1,440 0 15,-529 18-15,-53-18-1,-105 0 1,317 0 15,-159 0-15,53 0-1,35 0 1,18 0 0,-247 0-1,-35 0-15,229 0 32,-71 0-17,-123 17-15,547 71 31,-317-70-15,-125-18 0,-69-18-1,-124-17 1,-71 18 0,35 17-1,-17-18 1</inkml:trace>
  <inkml:trace contextRef="#ctx0" brushRef="#br0" timeOffset="71948.53">22348 4480 0,'-88'18'15,"-18"17"1,-335 71 0,247-53-1,-599 35 1,405-88 0,-724 0-1,230 0 16,547 0 1,141 0-1,124 18 0,70-1 0,-71 19 1,-123 70-1,194-89-15,-53 36-1,53 0 1,-17 70-1,-54 195 1,-105 211 0,-89 600-1,53-265 1,159-352 0,53 52 15,159-176-16,-53 71 1,-106-142 0,0-34-16,-106 193 15,-53 230 1,89-230 0,70-53-1,18-70 1,17-18-1,-18 35 1,1-52 0,70-71-1,36-35 1,-71-107 0,-36-52-1,-17-17 1,-35 69-1,-53 213 1,53 229 0,70-71-1,71-176 1,-71-177 0,-35-105-1,18 17-15,-1-35 63,1 0-48,88 0 1,246 0 0,266 0-1,211 0 1,35 0-1,389 0 1,87 18 0,195 17-1,35 124 1,-89 35 0,-281-53-1,-124-53 1,-635-53-1,405 18 1,-511-53-16,-35 0 16,247 0-1,-124 0 1,-140 0 0,-160 0-1,-88 0 1,-35-35 124,141-318-108,-70 53-32,53-352 15,-89-1077 1,-88-387 0,-247 440-1,-53 424 1,-35 52-1,-106-246 1,159 299 0,159 477-1,70 317 1,0 89 0,36 52-1,34 177 1,1-18-1,17 53 48,1 0-47,-54 0-1,-158-71 1,0 1-1,140 52 1,72 18 0,-442 53 15,-476 17-15,-441 36-1,-158-123 1,-71-142-1,229 18 1,635 123 0,35-35-1,248 35 1,281 1-16</inkml:trace>
  <inkml:trace contextRef="#ctx0" brushRef="#br0" timeOffset="85672.26">22490 3881 0,'-53'0'31,"-88"0"-15,-883 0 15,531 0-15,122 0-1,1 0 1,-71 0-1,-141-18 1,-212-53 0,71 36-1,388 35 1,211 0 0,36 0-1,0 0 1,0-18-1,35 1 1,35 17 62,0 0-62,-17 53-1,17 0 1,18 35 0,0 53-1,0 88 1,0 89 0,0 246-1,-17 300 1,17-176-1,-35-141 1,-1-53 0,19-53-1,-1-229 1,18 370 0,0-194-16,0-106 15,-18 406 1,18-335-1,0-89 1,0-70 0,0 53-1,36 106 1,-36 18 0,0-72-1,0-16 1,0-54-1,17 18 1,19 88 0,-19 0-1,-34-17 1,17-177 0,-18 35-16,18-52 15,0 158 1,0-141-16,0 0 15,18 159 1,-18-53 0,0 53-1,-53-36 1,17 1 0,36-53-1,0-89 1,0-70-1,0-35 1,0-1 31,0 1-31,0 0-1,18-1 1,176 36-1,159 18 1,105 17 0,72-18-1,34 1 1,-123-53 0,-88 17-16,88-18 15,1199-17 1,-264-35 15,-759 35 0,71 0-15,-17 0 0,-36 0-1,-388 0-15,634 0 31,-228-70-15,-194 17 0,-124-53-1,-159 71 1,-70 35 0,35 0-1,71 0 1,-18 0-1,0-36 1,-141 19 0,70-1-1,-52 18 1,88 0 0,-18-35 15,17 17 0,125-17 0,-195 35-15,35-53 15,-70 18-15,194 17-1,-70 18 1,-124 0-16,-18 0 31,-18-18 63,1-34-78,194-337-1,52-263 17,-105 246-17,-18-776 16,-123 688-15,-18 89 0,0 17-1,-18-18 1,1 194 0,17 1-1,0-654 1,0 107 15,0 458-15,17-741-1,-17 830 1,-35-266 0,17 354-1,-52-353 1,-195-300 15,159 546-15,18 89 15,35 106-15,-53-124 15,71 141-16,17 18 17,-17-17-17,18-1-15,-1 18 16,-17-17 0,-54-1-1,1 0 1,-18 18-1,-564-35 1,-882-159 15,1323 194-15,-318-35 0,71-54 15,140-52-16,-457-88 17,510 176-17,19 36 17,211 17-17,18 0-15,-71 0 31,18 0-15,52 0-16,-175 0 31</inkml:trace>
  <inkml:trace contextRef="#ctx0" brushRef="#br0" timeOffset="88495.68">14446 2187 0,'0'18'31,"0"52"-15,106 177-1,70 124 1,1-71 0,-142-230-1,36-193 79,70-195-78,159-775-1,141 158 16</inkml:trace>
  <inkml:trace contextRef="#ctx0" brushRef="#br0" timeOffset="115106.81">20197 5838 0,'0'18'47,"17"17"-32,71 54 1,-17 16 0,-18-16-1,0-36 1,35 70-1,-17-35 1,17 18-16,0 35 16,141 88-1,-17 18 1,-53-70 0,-18-1-1,53 71 1,53 18-1,35 70 1,18-35 0,0-18-1,-89-88 1,54 35 0,88 18-1,-53-35 1,-159-142-1,141 107 1,-229-142 0,53 36-1,-71-18-15,71 17 16,88 54 0,-71-36-16,18 0 15,106 71 1,36 35-1,-1-18 1,0 36 0,-35-18-1,-53-18 1,-18-70 0,424 476 15,-300-282-16,-71-124 1,-105-87 0,52 16-1,36 54 1,-124-71 0,18 36-1,17-18 1,1 52-1,-54 19-15,71-1 16,0 54-16,300 352 31,-352-459-15,-54-70 0,0-35-1,0-1 1,-35 1-1,18 0 48,0-1-47,-1 18-1,1 1 1,-18-54 78,-18 0-94</inkml:trace>
  <inkml:trace contextRef="#ctx0" brushRef="#br0" timeOffset="116511.36">19332 15734 0,'-17'0'47</inkml:trace>
  <inkml:trace contextRef="#ctx0" brushRef="#br0" timeOffset="118064.59">19156 15769 0,'17'0'109,"-17"-17"-93,0-36 0,18-36-1,70-122 1,-70 158 0,-18-18-1,53-211 16,0 88 1,-36 123-17,1 1 1,0-54 0,-18-34-1,0 34 1,0 1-1,0-1 1,0-281 15,0-1 1,-18 318-17,18-18 1,0-35-1,-53 0 1,53-53 0,-35 88-1,35 53-15,0 0 16,0-71 0,0 72-16,18-1 15,-18-106 1,0-35-1,0 17 1,0 19 0,17-54-1,1-35 1,-18-53 0,17-299-1,1 52 16,-18 18 1,0 352-17,0-370 1,0 371 0,0-283-1,0 301 1,-53-319-1,18 178 1,0-160 15,-36 194 1,53 230-17,1-53 16,17 70-15</inkml:trace>
  <inkml:trace contextRef="#ctx0" brushRef="#br0" timeOffset="119945.28">19544 5362 0,'0'0'0,"35"0"16,-35 18-1,35 0 1,-17-1-1,35 71 1,0 18-16,0-35 16,-18 70-1,-17-35 1,-18-36 0,-53 36-1,0-35 1,18-54-1,-18-17 1,-53 0 0,-70-53-1,-89-53 1,89 1 0,105 34-1,0 36 1,54 0-1,-1-18 1,18 17-16,0 1 16,35-35-1,-17 17-15,35 35 16,-18-35 0,53 35-1,1-17 1,-19 18-1,36 17 1,0 0 0,17 0-1,-17 0 1,-18 0 0,-35 0-1,-35 35 1,70 53-1,0 53 1,-88 0 0,0-88-1,-35 18-15,-36-1 16,-87 54 0,70-89-1,70-35 1,0 0-1,-35-53 1,-105-123 0,-72-71-1,107 0 1,52 53 0,71 88-1,0 35 1,36 36-1,52 17 1,-18 18 0,160 0-1,-89 18-15,35 53 16,71 105 0,-141-88-16,-36 0 15,54 124 1,-18-36-1,-36 1 1,-70-18 0,-17-18-1,-89 0 1,-71-35 0,19-71-1,87-35 1,-17-71-1,-53-140 1,-53-36 0,17 0-1,107 18 1,52 123 0,18 70-1,0 1-15,18 18 47,123 17-31,124 35-1,-19 106 1,1-18 0,89 212-1,-354-88 16,-123-176 1,53-71-1,-1 0-15,-510-282-1,281 141 1,-229-212-1,459 194 17,88 124-1,18 17-15,123-52-1,88 17 1,265 17 15,-441 54-15,-53 0 15,0-1-31</inkml:trace>
  <inkml:trace contextRef="#ctx0" brushRef="#br0" timeOffset="122212.08">30127 15646 0,'-17'-36'47,"-1"1"-32,-17-35 1,-89-160 0,36 72-16,0-37 15,-212-263 1,0-18 0,-35-18-1,-141-106 1,-18-88-1,-35-88 1,105 159 0,1 105-1,-18 89 1,106 105 0,17 36-1,18 17 1,124 142-1,0 0-15,-1-36 16,-158-106 0,71 54-1,70-19 1,35 19 0,0 34-1,-88-35 1,0-52-1,-17-54 1,-1-17 0,53 53-1,18 70 1,0 18 0,-17-70-1,87 87 1,-70-122-1,71 122-15,17 36 16,-18-53 0,89 106-1,35 70 1,-18 18 62,1 0-47,-54-17-15,-17-36 0,0 35-1,0-17 1,70 35-16,0 0 62,-35-18-46,-17-17-16</inkml:trace>
  <inkml:trace contextRef="#ctx0" brushRef="#br0" timeOffset="125876.05">11783 7549 0,'-335'-123'15,"-1"17"1,-863-194 15,405 124-15,-123-53 15,705 229-15,107 0-1,16 0 1,-193 35 0,176 0-1,71-17 1,-88-1 0,-54-17-1,18 0 1,-211 53-1,317-17 1,35-19 0,1 1-1,-107 141 17,-17-1-17,0 442 16,123-177-15,1 71 0,17 247-1,70 1552 17,-70-1728-17,18-19-15,123 389 31,-70-476-15,-54-89 0,-17-105-1,0-177 1,0-35 0,36-88 62,175-53-63,266-36 1,263 89 0,-369 35-1,405 0 1,-511 0-16,-36 0 15,194-71 1,36-35 0,211 89-1,18 17 1,-282 0 0,-159-35-1,-177-1 1,-35 36 31,-17-17-16,0-1-15,17-88-1,18 0 1,17 53-1,-52 18 1,0 17-16,-1 1 16,36-71-1,18-89 1,-18-52 0,-18-106-1,-17-300 1,-353-847-1,-389-493 1,424 793 0,300 688-1,0 159 1,-52 88 0,-19 70-1,-17-34 1,53 105-1,35 71 1,-18 35 47,-17 17-48,-71-17 1,0-17-16</inkml:trace>
  <inkml:trace contextRef="#ctx0" brushRef="#br0" timeOffset="-34364.3">8008 13317 0,'18'0'32</inkml:trace>
  <inkml:trace contextRef="#ctx0" brushRef="#br0" timeOffset="-33150.82">8096 13670 0,'88'-18'16,"300"-52"15,-158 35-16,405-18 1,-406 53 0,777-36 15,-795 36-15,1 0-16,-36 0 15,124 0 1,-159 0-16,0 0 15,89 0 1,-107 0 0,-88-35-1,-35 18 17,18-72-17,-71-193 16,-229-88 1,229 334-1,35 36-15,-158-17-1,-106-1 1,141 18-1,-159 0 17,229 18-32,-299 88 15,35-36 1,123-35 0,-194-17-1,18 0 16,-264-36 1,228 36-1,354 52-15,52-34-1,-17 17 1,-71 88-1,53-106 1,-53 53 0,71-17-1,17-1 1,1-17 0,-1 18-1,18 52 1,53-17-1,70 0 1,19-53 0,-1-18-1,88-17 1,159-1 0,-141-17-1,511-70 1,-546 34-1,70-34 1,-194 52 0,-52 18 15,17 0-15,17 0-16</inkml:trace>
  <inkml:trace contextRef="#ctx0" brushRef="#br0" timeOffset="-23936.37">9560 16439 0,'-17'0'47,"-36"0"-16,-18 0 0,18 0 0,-17 18 16,17-18-31,-53 35-1,53 1 17,35-19-1,-17 1-15,0 0-16,-18 17 31,53-18 0,-18-17-15,1 36 15,-1-19 0,18 1 0,0 0 1,35 17-1,-17-35 0,0 0 0,-1 18-15,1-18 0,17 17-1,-17 1 1,-1-18 31,1 0-16,17 0-15,1 0 15,17 18-15,-36-1-1,54-17 1,-18 18-16,0-18 15,52 17 1,-16-17 0,-54 0-1,-18 0 1,1 0 0,17 0-1,-17 0 1,0 0-1,-1-35 1,-17 18 0,18 17-1,-18-18-15,0-17 32,0 17-17,0-17 1,-71-18-1,-70-35 1,71 70 0,52 0-1,0 18 1,1 0 0,-1 0-1,-52 0 1,-36 0-1,71 0 1,-1 0 0,19 0-16,-1 18 47,-70 17-32,17-17 1,36-1-1,17 1 1,1-18 0,-19 35-1,1 36 1,-18 0 0,0-19-1,53-34 1,0 0-1,0 17 1,53 18 0,-35-35-1,-1 17 1,1-35-16,0 17 16,-1-17-1,1 18-15,0-18 16,17 0-1,53 0 1,18 0 0,53 0-1,35 0 1,17-35 0,-87 17-1,-54-17 1,-52 35-1,-18-18 17,18-35-17,-1 18 1,-17 17 0,18 18-16,0-17 15,-18-18 1,0 17-1,-18-35 1,0 0 0,-17 18-1,17 17 1,1 0 0,-36-17-1,-35 18 1,70-1-1,0 18 1,-17 0 15,-88 18-15,52-18 0,-123 0-1,106 0-15,35 0 16,0 17-1,35-17-15,1 18 32,-1-18-17,0 17 1,-17 1 0,18 0-1,-1 17 1,0-17-1,1-1 1,-19 19 0,36 17-1,0-1 1,18 54 0,17-53-1,-17-35 1,17-1-1,-17 1 1,-1 0 0,19-18-1,-1 0 1,18 0 0,0 0-1,88-53 1,0 18-1,-17-1 1,-72 19 0,37-19-1,-72 19-15,1 17 16,0-18 0,17 0-16,-35 1 15,35-18 1,-35-18-1,18-18 1,-18 36 0,0 17-1,0 0 1,0 1 0,-36-36-1,-52-18 1,35 36-1,18 17 1,17 1 0,-17 17 15,-18 17-15,-53 1-1,1 70 1,16-52-1,37-1 1,-19-18 0,18 19-1,18-1 1,-18 124 0,53-71 15,0-70-16,-18 17 1,1 0 0,17 18-1,0-18 1,52 36 0,-16-53 15,34-18 0,54 0-15,299-71 15,-52-17 0,-336 70-15,18 1-16,0-1 31,-36 0-15,1 18-16,-18-70 31,18-18-15,-18 35-1,0 35 1,0-17-1,-36-18 1,-17-35 0,-17 17-1,-1 0 1,18 19 0,36 52-1,-1 0 1,-17 0-1,-53 0 1,17 35-16,0-18 16,-87 36-1,-1 0 1,18 0 0,70-18-1,36-17 1,17 0-1,-35 17 1,36 0 0,-18 71-1,-1-35 1,36-1 0,-17-70-1,17 36 1,0-19-1,17 36 1,-17 0-16,18-35 16,0-1-1,-1-17 1,18 0 0,18 0-1,53 0 1,0-17-1,35-1 1,71-17 0,-18-1-1,-53 36 1,-35-35 0,-18 0-1,-35-18 1,-53 35-1,0 1 1,0-36 0,0 18-16,0 17 15,0-35 1,-53 0 0,0-18-1,-53-17 1,-17 0-1,17 18 1,18 52 0,52 18-1,-16 0 1,-19 0 0,-123 53-1,88 0 1,-70 53-1,140-71-15,-16 0 16,-1 0 0,17 1-16,36-19 15,-35 19 1,0 17 0,17 35-1,1-35 1,-1-36-1,18 54 1,18-36 0,17 36-1,-18 17 1,36-35 0,-35-36-1,17-17 16,18 0-15,-18 0-16,107-35 31,16 0-15,-69-18-16,16 35 16,72-52-1,-19 34 1,-69 19-1,-36-18 1,-36 35 0,19-18-1,-1-17 1,-18-1 0,-17 1-1,0 0 1,0 0-16,0-1 15,-52-52 1,-1 17-16,-141-193 31,35 123-15,53 105 15,-70 36 0,52 0 16,18 0-31,-70 18 0,0 0-1,34 35 1,72-36-1,52 19 1,1-36 0,-1 88-1,18-53 1,0 106 0,0-53-1,35-52 1,18 34 15,0-17-15,18 35-1,34-52 1,-52 17 0,124 17 15,-36-35-16,-88-17-15,17-18 16,89 18 0,-106-1-16,123-17 31,-87 18-15,-37 0-1,54-18 1,-53 0-1,0-36 1,0 36 0,-18-17-1,1-36 1,-1 35 0,-17-17-1,-1 17 1,-17 1-1,18-1 1,-1 0-16,-17 1 31,0-19-15,0 1 0,0-18-1,-17 18 1,-1 17-1,-17-17 1,0 0 0,-18-18-1,-35 17 1,52 1 0,1 0-1,-36 17 1,1-17-1,-71 17 1,17-35 0,18 53-1,-35 0 1,18 0 0,17 0-1,0 18 1,36 17-1,-1 36 1,36 17 0,0-35-16,-18 106 31,17-106-15,36 35-1,0 35 1,36-17-1,-1-53 1,0 0 0,-17-18-1,35-17 1,-18 17 0,53-17-1,0-18 1,-35 0-1,124-18 1,-124 18-16,35-17 16,71-1-1,-36-17 1,53-36 0,-17 18-1,-88 0 1,-18 0-1,-36 18 1,-17-35 0,-17-19-1,-36-52 1,-18 88 0,71 18-1,-35 0 1,-36 17-1,-70-35 1,-53-17 0,71 52-1,17-17-15,53 17 16,0 0 0,18 18-16,0 18 31,-54 35-16,1 0 1,0 0 0,70 0-1,1 0 1,17-18 0,0 53-1,0-35 1,0 18-1,0-36 1,35 35 0,0-34-1,0 17 1,-17-36 0,17-17 15,18 0-16,71 0 1,-1-17 0,-70-19-16,53 1 15,35-18 1,-88 0-16,0 53 16,0-70-1,-18-1 1,-17-17-1,-1 53 1,-17-18 0,-70-35-1,-71-1 1,17-16 0,54 52-1,52 53 1,-17 0-1,-89 0 1,54 0 0,-36 17-16,-176 160 31,158-72-15,36-52-1,70 0 1,18-17-1,0-19 1</inkml:trace>
  <inkml:trace contextRef="#ctx0" brushRef="#br0" timeOffset="-18232.19">7126 8625 0,'0'18'16,"-35"17"0,-18 36-1,35-1 1,18-17 0,0 53-1,0 18 1,-35-1-1,35 54 1,53-72 0,0-69-1,0 17 1,-18-18 0,0 0-1,18 0 1,53 1-1,106 17 1,35 35 0,-53-18-1,-177-52 1,1-18-16,0 0 31,52 0-15,107-53-1,-19-35 1,-52 35 0,-88-35-1,35-53 1,0 17 0,-36 36-1,-17 70 1,-17 1-1,-36-36 1,-36 0-16,1 18 16,-35-71-1,88 70-15,-1 19 16,-34-36 0,17 35-16,-212-123 31,-35 0-16,71 53 1,141 53 0,17 17-1,1 18 1,-54-18 0,1 18-1,70 0 1,0 53-1,18 0 1,-36 35 0,54-52-16,-89 105 31,106-53-15,35 71-1,88 35 1,-70-106-1,-35-35 1,17 0 0,36 17-1,52 36 1,36 18 0,-71-89-1,-53-35 1,36 0-1,0 0 1,34-18 0,72 1-1,35 17 1,-107-18 0,36-35-16,-35 0 15,88-53 1,-123 53-16,17 18 15,0-53 1,-35 17 0,-53-34-1,0-54 1,-53 18 0,18 52-1,-53-34 1,70 88-16,-229-89 31,53 89-15,88 17-1,18 18 1,-35 53 0,-54 0-1,-176 88 16,283-88-15,-18-18-16,17 18 16,-88 36-1,89-54-15,-71 88 32,88-87-17,35 17 1,18-1-1,0 54 1,36 53 0,87 0-1,-35 17 1,0-123 0,-17-35-1,-53-1 1,52 1-1,18 0 1,71 17 0,-88-35-1,105 0 17,-123 0-32,88 0 15,71-71 16,-89-193 16,-105 193-47,35-123 16,-53 18 15,-194-71 0,0 106 1,123 123 15,1-17-32,-89 0 1,0-1-1,88 36 17,-17 36-17,35 16-15,0 1 16,-88 71 0,36 17-1,52-18 1,53-70-16,-18 18 15,18 70 1,88 53 0,0 0-1,53-106 1,71-17 15,176-54 16,106-105-16,-265-35-15,-176 87 0,88-140 15,-105 123-31,-1 0 15,0-88 1,1 88-16,-19 0 16,-17-88-1,-35 71-15,-36-19 16,-35-34 0,71 105-1,35 1 1,-106 17-1,-317-88 17,194 88-1,105 70-15,36-35-16,-177 71 31,142 0-16,35 53 1,53-36 0,17-70-1,18 106 1,0-53 0,35 17 15,0-35-16,124 142 17,-88-124-17,-18-71 1,-36-35 0,19 17 15,34-17-16,-17 0-15,282-105 32,-70-19-17,-89 36-15,177-53 32,-247 88-17,141-71 1,-124 19-1,-17-54 1,-71 53 0,-35 71-1,0-18 1,-70 0 0,-18 0-1,-1 18 1,1-1-1,35 36 1,-123-70 0,35 35-16,0-1 15,-194-17 1,52 53 0,107 36-1,-18 17 1,53-18-1,0-17 1,70 34 0,18 19-1,0 53 1,18 34 0,35 1-1,53 0 1,53-36-1,141 142 17,-124-195-17,-105-52-15,-1-18 16,1 0 46,70-18-46</inkml:trace>
  <inkml:trace contextRef="#ctx0" brushRef="#br0" timeOffset="-16856.75">6491 7585 0,'0'-18'63,"-35"18"-63</inkml:trace>
  <inkml:trace contextRef="#ctx0" brushRef="#br0" timeOffset="-16705.15">5803 6914 0,'-35'-35'15,"70"70"-15,-158-123 16,70 71-16,18-1 15,-18-35 1,-106-88 0,-123-88-1</inkml:trace>
  <inkml:trace contextRef="#ctx0" brushRef="#br0" timeOffset="-16544.72">4621 5980 0,'-17'0'31,"17"-18"-15,-71-17-1,18-36-15</inkml:trace>
  <inkml:trace contextRef="#ctx0" brushRef="#br0" timeOffset="-12609.08">26723 16439 0,'-71'0'47,"-281"0"-31,-125-17 0,36-18-1,230-18 1,-177-36-1,264 54-15,18-18 16,36-17 0,-1-89-1,1-123 1,70-53 0,0 70-1,53 0 1,35-17-1,53-35 1,123 34 0,283 36-1,88 142 1,71 52 0,-248 53-1,-17 17 1,0 124-1,-194-52 1,300 193 0,-282-159-16,-71-17 15,53 35 1,-141-52-16,-89-54 16,36-18-16,-35 54 15,70 88 1,-70 35-1,-54 53 1,-105 17 0,0 1-1,-35 52 1,-36-70 0,-53-70-1,-123-71 1,-70-89-1,17 54 1,106 88 0,52-36-1,54-52 1,88-36 0,18-35-1,70 0 1,35 0-1,0 0 95,-17-18-110</inkml:trace>
  <inkml:trace contextRef="#ctx0" brushRef="#br0" timeOffset="-10693.43">8996 15981 0,'494'17'16,"194"19"15,-565-1 0,-17 18-15,17 141-1,-52 35 17,-71-123-1,0-71-16,-106 212 1,18-123 0,-124 264-1,142-353 1,-318-176 15,-18-71 0,247 195 1,-176-124-1,212 70 0,123 53 16,0-158-31,70-89-1,212-87 17,-140 281-32,387-70 15,-141 106 1,-282 35-1,-18 0 1</inkml:trace>
  <inkml:trace contextRef="#ctx0" brushRef="#br0" timeOffset="61887.74">8026 7197 0,'-36'0'47,"-34"0"-32,-706-18 1,70-35-1,18 0 1,177 53 0,105 0-1,141 0 1,213 0 0,-54 18-1,53-18 1,35 35-1,1-35-15,-1 0 16,18 18 31,-18 88-31,-52 88-1,52 105 1,-17 107-1,35 106 1,0 370 0,0 211-1,-159 248 1,-88-89 0,106-634-1,-124 352 1,230-618-16,-71-16 15,106 157 1,-17-263-16,17-19 16,0 125-1,0-160 1,0-141 0,0 18-1,0 0 1,0-18-1,17-35 1,36-17 0,265-107-1,123 18 1,264 18 0,354 88-1,440-70 1,-635 34-1,918-69 1,158-54 0,-159 88-1,-563 36 1,-725 35 0,-210 0-1,-160 0 1,-88 0-1,-35-35 79,106-336-63,-106 142-31,0-53 16,-88-547 0,70 388-16,-140-124 15,17-440 1,-1-195 0,1 195-1,-123 211 1,123 300-1,123 89 1,-17 52 0,35-17-1,-18 52 1,-52 124 0,-1 106-1,53 70 1,-52 18 15,-177-53-15,-300-88-1,106 35 1,-247 18-16,18-71 16,-618-52-1,812 87-15,-36 54 16,-70-19-1,106 19 1,53 70 0,158 0-1,159 0 1,89 0 0,-1 0 30,-52 0-30</inkml:trace>
  <inkml:trace contextRef="#ctx0" brushRef="#br0" timeOffset="122391.58">7320 9066 0,'-123'177'31,"-71"70"-15,70-36-1,107-34 1,17-18 0,123-1-1,124-52 1,88-88-1,106-36 1,-247-70 0,18 0-16,-54-18 15,37-88 1,-178 88-16,-87-264 31,-19 246-15,36 71-16,1-17 15,-125-71 1,-52 17 0,53 54-1,34 70 1,89 0 0,-70 35-1,35 53 1,-36 53-1,-52 106 1,70 88 0,71-70-1,35-159 1,35-53-16,-17-18 16,176 53-1,-18-35-15,36 17 16,194 1-1,-160-53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45283" units="1/cm"/>
          <inkml:channelProperty channel="Y" name="resolution" value="37.24138" units="1/cm"/>
          <inkml:channelProperty channel="T" name="resolution" value="1" units="1/dev"/>
        </inkml:channelProperties>
      </inkml:inkSource>
      <inkml:timestamp xml:id="ts0" timeString="2025-11-17T01:46:56.3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21625 10089 0,'-35'0'47,"-18"0"-31,-17 18-1,-36 0 1,-71 35 15,71 0-15,36 17 31,17 18-32,18 1 16,-1-1-15,-69 282 0,-19-17 15,107-283-15,-1 213-1,18-213 1,0 142 15,0-89-15,0-52-16,0 17 15,-18 71 1,18 0 0,0-18-1,-17 159 1,34-89 15,-17-123-15,36-35-1,-36 18 1,17-1 0,1-34-1,52 87 1,-34-17-1,17-53 1,-18 0 0,18 0-1,-18-18 1,0-17 0,53 17-1,-35 0 1,-17-35-1,34 0 1,-35 18 0,107 35-1,157 70 17,-122-87-17,-107-36-15,-17 0 16,53 0-1,-71 0-15,159-36 32,-52 19-17,-19-36 1,36-35 0,17-18-1,-70 53 1,-35 0-1,-36 0 1,35-106 0,19-52-1,-54 105 1,53-141 0,-70 123-16,-1-370 31,-17 106-16,0 18 1,-53 35 0,1 53-1,-1-36 1,-71 1 0,-17 34-1,70 54 1,19 141-1,34 17 1,-106-52 0,-34-1-1,34 36 1,71 53 0,18 35-1,-36-18 1,36 1-1,0 17 1,0 0 0,17 0-16,-17 0 15,-18 17 1,18 19 0,-18-1-1,-18 18 1,18 0-1,18-18 1,17-17 0,-17-1-1</inkml:trace>
  <inkml:trace contextRef="#ctx0" brushRef="#br0" timeOffset="1087.73">17057 11501 0,'17'0'47,"54"0"-31,35-18-1,35 18 1,53-18-1,0 18 1,53 0 0,-106 0-1,0 0-15,0 0 16,89 0 0,-54 0-1,-88 0 1,18 0-1,0 0 1,17 0 0,1 0-1,-36 0 1,-17 0 0,17 0-1,35 18 1,1-18-1,-1-18 1,-17 18 0,-53 0-1,-53-17 1,18 17 0,34-18-1,125 0 1,52 18-1,-52-17 1,-36 17 15,-106 0-15,71 35 0,0 0-1,-71-35 1</inkml:trace>
  <inkml:trace contextRef="#ctx0" brushRef="#br0" timeOffset="2127.54">16651 12382 0,'0'0'0,"35"0"16,142 36 15,52-19-15,53 19-1,18-19 1,388-17 15,-529 0-15,35 0-16,-35 0 15,140-17 1,-193 17 0,124-18-1,-89 18 1,35 0-1,53 0 1,-87 0 0,299 0-1,-300-35 1,-36-1 0,-34 36-1,-36 0 1,-17 0-1,0 0 1,-1 0 0,18 0-1,1 0-15,17 0 32</inkml:trace>
  <inkml:trace contextRef="#ctx0" brushRef="#br0" timeOffset="4768.06">22260 10054 0,'-17'0'16,"-36"0"0,-18 18-1,1-1 1,-36 1 0,-53 0-1,18-18 1,53 17-1,-18 19 1,53-36 0,18 35-16,-71 18 31,53-18-15,18-17-1,-18 52 1,17-34-1,-69 122 1,34-17 0,18-70-1,18 17 1,17 0 0,1 18-1,34 124 1,-17-72-1,0-70 1,0 1 0,36-19-1,-19 36 1,1-53 0,17 106-1,-35-89-15,0 1 16,0 88-1,0-89-15,0 159 32,35-123-17,18 18 1,-35-54 0,0 1-1,34 35 1,1 0-1,0-36 1,-35-35 0,0-17-1,-18 0 1,52 52 0,1-35-16,0 1 15,53 34 1,-53-17-1,-18-53 1,1 18 0,-19-1-1,36 1 1,35 17 0,71 18-1,-18-35 1,-17-18-1,-18 0 1,17 35 0,36-17-1,-89-18 1,-52 0 0,0 0 30,17-35-30,53-18 0,-17 0-1,-18 17 1,-1 1 0,19-18-1,0-17 1,-1-54-1,-17 18 1,18-35 0,-1 0-1,-35 35 1,-17-17 0,-36-71-1,-52-53 1,52 141-1,1-70 1,17 123-16,-18-71 31,-17 71-15,-1-52 0,-16-54-1,-37-70 1,1 34-1,53 107 1,-18 18 0,18 34-1,-18-52 1,-53 0 0,71 53-1,17 0-15,0-1 31,1 36-15,17-17 0,-18 17-1,-17-36 1,17 36 0,0 0 15,-17 0-16,-18 0 1,-141-53 0,124 53-1,-18-17 1,-18-18 0,-18 35 15,-70 0 0,141 0-15,18 0-1,35 17 1,-71 1 15,54-1-15,-1 1 31,1-18-32,-1 18 1</inkml:trace>
  <inkml:trace contextRef="#ctx0" brushRef="#br0" timeOffset="5936.72">19914 8149 0,'0'35'15,"265"442"1,-89-213-1,318 424 1,-335-459-16,-36-87 16,18-1-1,-105-124-15,-1 1 32,0-18-17,-17 0 1,35-35-1,0-124 1,53-282 0,17-159-1,124-123 1,18 106 0,-54 229-16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45283" units="1/cm"/>
          <inkml:channelProperty channel="Y" name="resolution" value="37.24138" units="1/cm"/>
          <inkml:channelProperty channel="T" name="resolution" value="1" units="1/dev"/>
        </inkml:channelProperties>
      </inkml:inkSource>
      <inkml:timestamp xml:id="ts0" timeString="2025-11-17T01:47:51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20567 2399 0,'-35'0'47,"-212"-18"-32,-300 1 1,194 17 0,-123 0-1,158 35 1,124-17-1,36-1 1,-89-17 0,-177-17-1,-87-1 1,87 0 0,160 1-1,140 17 1,36 0-1,-194 0 1,-159 0 0,176 0-1,-722 0 1,510 0 0,266 0-1,-177 0 1,176 0-16,-17 0 15,-265 0 1,53 0 0,106 53-1,105-18 1,195-18 0,0-17-1,17 0 1</inkml:trace>
  <inkml:trace contextRef="#ctx0" brushRef="#br0" timeOffset="9841.02">7938 6438 0,'0'18'15,"17"17"1,1 18-16,-1 53 16,54 70-1,-36-52-15,1-1 16,52 36 0,-53-124-1,-17-17 1,35-18-1,-1 0 1,1-18 0,-17-35-1,34-35 1,71-106 0,89 53-1,52 53 1,-53-18-1,36-106 1,-89-52 0,-105 105-1</inkml:trace>
  <inkml:trace contextRef="#ctx0" brushRef="#br0" timeOffset="10722.07">2575 9472 0,'18'71'16,"70"123"-1,53 17 1,-17-52 0,-107-35-1,1-107 1,-18 1-1,18-1 1,-18 1-16,17 0 16,1-18-1,0 0 1,17-88 0,18-71-1,17-53 1,36 89-16,317-459 31,89-195-15,-89 125-1</inkml:trace>
  <inkml:trace contextRef="#ctx0" brushRef="#br0" timeOffset="11669.4">6156 13194 0,'18'53'31,"52"88"-15,-35-88-16,18 17 15,0 1 1,-17-18 0,-36-36-1,17-17 1,1 36 15,52-1-15,19 0-1,-72-52 63,36-36-62,71-71-16,52-34 16,353-336-1,-17-18 1,-195 124 0,-140 124-1,-107 69-15</inkml:trace>
  <inkml:trace contextRef="#ctx0" brushRef="#br0" timeOffset="13361.13">29087 5715 0,'52'35'16,"90"18"-1,87 141 1,71 0 0,-36 106-1,-34-88 1,-72-36 0,36 18-1,53 88 1,-70 18-1,-54 35 1,-17-88 0,-71-141-1,53 212 1,-52-177 0,-1 194-1,-53 88 1,-105 142-1,35-124 1,-36 35 0,54-17-1,34 34 1,-34-52 0,-18-17-1,-106-19 1,-53-17-1,-53 124 1,35-89 0,54-52-1,34-71 1,36-18 0,18-159-1,34-34-15,-16-1 16,-19 35-1,89-105-15,17-18 16</inkml:trace>
  <inkml:trace contextRef="#ctx0" brushRef="#br0" timeOffset="20419.31">11183 8731 0,'18'0'110,"-1"0"-79,19 0-15,52 0-1,-18 0 1,-17 0 0,0 0-1,-18 0 1,107 0-1,-37 0-15,37 0 16,228 53 0,-176-53-16,212 0 31,-265 0-15,-53 18-1,-17-18 1,17 0-1,35 0 1,-17 0 0,0 0-1,0 0 1,0 17 0,88 19-1,70-36 1,-17 0-1,-71-36 1,-34 19 0</inkml:trace>
  <inkml:trace contextRef="#ctx0" brushRef="#br0" timeOffset="26981.56">11483 5592 0,'18'0'62,"-1"0"-46,36-18 15,35 18-15,142 0 15,-177 0-15,-36-18-1,18 1 17,18 17 14,-17-18-30,52 0 0,-53 18-1,0 0 1,-35 36 46,0 69-46,0 37 0,0-72-1,0-35 1,-17-35 78</inkml:trace>
  <inkml:trace contextRef="#ctx0" brushRef="#br0" timeOffset="27668.61">11924 5962 0,'70'176'31,"-140"-352"-31,140 405 15,-52-176-15,-18-18 32,0-17-17,0 0 1,0 52 0,0 54-1,0-54 1</inkml:trace>
  <inkml:trace contextRef="#ctx0" brushRef="#br0" timeOffset="28041.38">11959 6579 0,'53'0'31,"71"0"-15,87-35 0,1 17-1,-36 18 1,-105-17 0</inkml:trace>
  <inkml:trace contextRef="#ctx0" brushRef="#br0" timeOffset="28577.41">12665 5697 0,'0'0'0,"123"0"15,-52 0 1,-1 0 0,-52 0-1,53 0 1,-124 141 46,17 71-46,-17 0 0,36-159-1,17-18 1,0-53 15,0 1-15</inkml:trace>
  <inkml:trace contextRef="#ctx0" brushRef="#br0" timeOffset="28864.4">12912 6032 0,'0'0'0,"141"142"16,-35-37 0,-18-34-1,-88-53 16,17-18-15,1 0 15</inkml:trace>
  <inkml:trace contextRef="#ctx0" brushRef="#br0" timeOffset="29152.45">13212 5697 0,'70'265'31,"18"-18"-15,-52-124 0,-19-87-1,-17-1 1</inkml:trace>
  <inkml:trace contextRef="#ctx0" brushRef="#br0" timeOffset="29374.56">13476 6156 0,'0'0'0,"88"-18"15,-52 18 1,-19 0 0,1 0 15</inkml:trace>
  <inkml:trace contextRef="#ctx0" brushRef="#br0" timeOffset="29950.6">13388 6685 0,'0'35'16,"0"-70"-16,88 123 15,-17-52 1,52-19-1,-52-17 1,-36 0 0,0-35-1,-17-18 1,0-17 0,-36 17-1,-17-18 1,-36 53-1,0 18 17,19 53-17,16 0 1,19-17 0,-1-19-1,18 18 1,0-17-16,0 0 15,-18-18 1</inkml:trace>
  <inkml:trace contextRef="#ctx0" brushRef="#br0" timeOffset="30448.89">14058 5927 0,'124'0'31,"-248"0"-31,354 0 16,-125 0-1,-69 0 1,-19 0-16,19 0 31,-19 0-15</inkml:trace>
  <inkml:trace contextRef="#ctx0" brushRef="#br0" timeOffset="30817.14">14093 5962 0,'0'0'0,"-17"88"32,34 53-17,89 0 16,-70-105-15,34-1 0,-35-17-1,1-18 1,17 0 0,17-36-1,-35 1 1,-17 0-1,0 35 1</inkml:trace>
  <inkml:trace contextRef="#ctx0" brushRef="#br0" timeOffset="31106.66">14587 6297 0,'53'0'32,"35"-35"-17,18 17 1,-88 1-1,0-1-15,-1 18 16,1 0 0,-1-18-16,1-17 31</inkml:trace>
  <inkml:trace contextRef="#ctx0" brushRef="#br0" timeOffset="31436.8">14834 5733 0,'53'105'16,"35"125"-1,-17-1 1,-71-70 0,18-71 15,-1-88-15</inkml:trace>
  <inkml:trace contextRef="#ctx0" brushRef="#br0" timeOffset="31729.18">15187 5680 0,'0'17'16,"18"1"-16,-18 35 16,53 159-1,-36-1 1,-17-34-1,0-89 1,0-71 0</inkml:trace>
  <inkml:trace contextRef="#ctx0" brushRef="#br0" timeOffset="32286.22">15628 6068 0,'0'35'31,"88"36"-15,-17 17-1,-18-71 1,-36-17-1,19-17 1,-36-1 0,0-158-1,0 105 1,-53-105 0,-18 88-1,-17 35 1,88 88 31,88 106-16,-53-106-15</inkml:trace>
  <inkml:trace contextRef="#ctx0" brushRef="#br0" timeOffset="32593.21">16334 5486 0,'0'0'0,"0"194"15,0 123 1,0-158 0,0 17-16,0-35 15,-18 54 1,0-72-1,18-105 1,0-36 15</inkml:trace>
  <inkml:trace contextRef="#ctx0" brushRef="#br0" timeOffset="33010.04">16916 5768 0,'0'0'0,"35"0"16,53 0-1,141 0 1,-52 0 0,-89-18-1,-88 1 1</inkml:trace>
  <inkml:trace contextRef="#ctx0" brushRef="#br0" timeOffset="33370.15">17145 5856 0,'71'18'16,"-142"-36"-16,318 89 16,-159-54-1,-35-17 1,-35 0-1</inkml:trace>
  <inkml:trace contextRef="#ctx0" brushRef="#br0" timeOffset="33785.62">17180 5803 0,'-17'35'31,"34"-70"-31,-34 176 16,17 71-1,17-89 17,1-70-1,0-35-16,17-18 1,0 0 0,36 0-1,-54 0 1,54 0 0,-36-18-1,18 1 1</inkml:trace>
  <inkml:trace contextRef="#ctx0" brushRef="#br0" timeOffset="34103.53">17480 6015 0,'35'0'16,"71"0"-1,-53 0-15,18 0 16,-1 0 0,-34 0-1,16 0 1,-34 0-1,0-18 1,-18 1 0,17 17-16</inkml:trace>
  <inkml:trace contextRef="#ctx0" brushRef="#br0" timeOffset="34354.58">17992 5521 0,'0'35'16,"70"318"0,-52 17 15,-53-228 0,35-125 0</inkml:trace>
  <inkml:trace contextRef="#ctx0" brushRef="#br0" timeOffset="35088.83">11659 7003 0,'106'35'16,"0"-35"0,17 0-16,36 0 15,300 18 1,-142-18-16,142 52 16,405-34-1,53-18 1,-246 0-1,-89 0 1,-88-18 0,17-17-1,-158 35 1,-159-17 0,-159 17-1</inkml:trace>
  <inkml:trace contextRef="#ctx0" brushRef="#br0" timeOffset="38164.54">11130 6209 0,'-53'18'16,"-17"52"-1,17 1 1,0-1 0,18-17-1,17-18 1,0 1 0,18-1-1,0 18 1,18 0-1,0 17-15,-1-52 16,18 88 0,71 35-1,71 88 1,-89-141 0,-88-70-1,18-18 1,-18 18-1,17-1 1,18-17 0,-35 18-1,18-18 1,-18 18 15,18-18 16,-36 0-31,18-18-1,-18 18 1,18-18-16,-35 1 31,-35-19-15,34 36-1,19 0 1,-1 0 0,-17 0 15,-18 0-15,35-17-1,1-1 1,-1 18 15,-35-18-15,18 1-1,35-1 1,-18 18 0,18-17 30,18 34 48,-1-17-78,72 71-1,34-18 17,-88-36-17,18 1 17,-17 0-17,-36-1-15,17-17 16,18 18-1,1 0 1,-19-18 47,-17-18 46,0 0-93,0-52-1,0-107 1,0 36-1,0 88 17,0 36 15,18 17-32</inkml:trace>
  <inkml:trace contextRef="#ctx0" brushRef="#br0" timeOffset="40853.41">20055 5221 0,'-17'0'63,"-19"18"-47,-210 229-1,-142 88 1,-300 335-1,176-70 1,230 0 0,211-248-1,71-246-15</inkml:trace>
  <inkml:trace contextRef="#ctx0" brushRef="#br0" timeOffset="41935.19">20408 6050 0,'106'0'47,"-53"0"-32,-18 0-15,1 0 16,69 0-1,-16 35 1,-19-17 0,18 35-1,-70-35 1,-53 52 15,-71 18-15,0 89-1,0-1 1,71-105 0,17-54-1</inkml:trace>
  <inkml:trace contextRef="#ctx0" brushRef="#br0" timeOffset="42230.88">20849 6491 0,'159'141'31,"-318"-282"-31,406 370 16,-176-193-1,-54-1 1,1-35-1,0 0 1,-1 18 15</inkml:trace>
  <inkml:trace contextRef="#ctx0" brushRef="#br0" timeOffset="42434.42">21202 6579 0,'18'0'15,"34"-17"1,19-36 0,35-18-1,17 1 1,-70-1-1,-35 36 1</inkml:trace>
  <inkml:trace contextRef="#ctx0" brushRef="#br0" timeOffset="42652.07">21643 6174 0,'18'35'31,"17"88"-15,18 36-1,-36-53 1,1 0 0,0-18-1,-1 0-15</inkml:trace>
  <inkml:trace contextRef="#ctx0" brushRef="#br0" timeOffset="43065.76">21555 6985 0,'0'0'0,"-18"71"16,0 17-1,124 53 1,53-71 0,-18-34-1,-88-36 1,-18 0-1,1-124 17,-1 36-17,-35 53 1,-35-1 0,17 1-1,-35-18 1</inkml:trace>
  <inkml:trace contextRef="#ctx0" brushRef="#br0" timeOffset="43550.77">22084 6209 0,'0'88'31,"0"18"-16,0 17 1,-18 1 0,1-54-1,17-17 1,0-35 15</inkml:trace>
  <inkml:trace contextRef="#ctx0" brushRef="#br0" timeOffset="43830.76">22137 6421 0,'88'52'32,"-17"1"-17,-36-17 1,-35-19 0,17-17 46</inkml:trace>
  <inkml:trace contextRef="#ctx0" brushRef="#br0" timeOffset="44056.61">22525 6085 0,'0'0'0,"159"194"16,-89-52-1,-35-37 1,-17-34 0,0-53-1,-18-1 1</inkml:trace>
  <inkml:trace contextRef="#ctx0" brushRef="#br0" timeOffset="44282.37">22878 6456 0,'0'0'0,"141"-124"16,-35 19 0,-1-1-1,-69 35 1,-1 36 0</inkml:trace>
  <inkml:trace contextRef="#ctx0" brushRef="#br0" timeOffset="44798.51">22754 6756 0,'0'17'16,"35"36"-1,36-17 1,-36-1 0,1-35-1,-1 0 1,-18-35 15,1-18-15,-18 35-1,0 0 1,-18 1-16,1 17 16,-71 0-1,35 0-15,17 0 16,-16 0 0,52 17-1</inkml:trace>
  <inkml:trace contextRef="#ctx0" brushRef="#br0" timeOffset="45167.22">23248 6350 0,'35'-18'31,"-70"36"-31,88-53 15,18 17 1,-1 0 0,1 1-1,-89 17 32</inkml:trace>
  <inkml:trace contextRef="#ctx0" brushRef="#br0" timeOffset="45369.64">23283 6579 0,'18'36'16,"-36"-72"-16,89 89 15,17-17 1,18 16-1,-36-34 1,1-18 0,0 0-1,-1-35 1,-52 0-16</inkml:trace>
  <inkml:trace contextRef="#ctx0" brushRef="#br0" timeOffset="45650.69">23724 6562 0,'18'-18'16,"35"0"-16,0 1 15,17-36 1,-17 18-16,-17-1 16,34 1-1,-35-36 1,18 1 0,-35 17-16</inkml:trace>
  <inkml:trace contextRef="#ctx0" brushRef="#br0" timeOffset="45874.43">24165 5927 0,'0'105'47,"36"195"-31,-1-123 15,-35-71-15,0-89 15</inkml:trace>
  <inkml:trace contextRef="#ctx0" brushRef="#br0" timeOffset="46201">24324 5733 0,'53'70'16,"53"124"-1,-53-88 1,53 264 0,52 54 15,-140-389-16</inkml:trace>
  <inkml:trace contextRef="#ctx0" brushRef="#br0" timeOffset="46777.87">24941 6227 0,'0'35'31,"0"71"0,106 88-15,-35-159-1,17-17 17,-70-89 15,17-17-32,-35 53-15,0-18 16,0-18-1,0 53-15,-106-17 32,53 35-17,35 0 1,18 18 0,0-1-1,0 1 1</inkml:trace>
  <inkml:trace contextRef="#ctx0" brushRef="#br0" timeOffset="47088.24">25453 5944 0,'18'36'15,"17"105"1,35 141 0,1 0-1,-36-141 1,-35-123-1</inkml:trace>
  <inkml:trace contextRef="#ctx0" brushRef="#br0" timeOffset="47448.24">25894 6138 0,'0'0'0,"18"0"16,17 0 0,18-35-1,123 0 1,18-1 0,-35-16-1,-124 52 1</inkml:trace>
  <inkml:trace contextRef="#ctx0" brushRef="#br0" timeOffset="47745.85">26000 6209 0,'70'0'31,"-140"0"-31,158 0 16,-70 0-16,-1 0 15,36 0 1,-18 0 0</inkml:trace>
  <inkml:trace contextRef="#ctx0" brushRef="#br0" timeOffset="48245.77">25929 6103 0,'0'53'31,"18"53"-15,35 35-1,17-53 1,-52-35-1,-18-35 1,53-1 0,0 1-1,-36-18 1,19 0 0,-1-18-1,0 1 1,36 17-16,17-18 15,71-35 1,-106 53-16,-36-18 16,-17 1 15</inkml:trace>
  <inkml:trace contextRef="#ctx0" brushRef="#br0" timeOffset="48510.8">26723 6085 0,'0'0'16,"70"0"15,54 18-15,70 0-1,-141-18 1</inkml:trace>
  <inkml:trace contextRef="#ctx0" brushRef="#br0" timeOffset="48745.45">27182 5838 0,'0'18'32,"70"229"-17,-17 0 1,-35-71-1,17 18 1,-35-88 0,0-35-1,0-54-15</inkml:trace>
  <inkml:trace contextRef="#ctx0" brushRef="#br0" timeOffset="49826.56">13353 3739 0,'0'36'15,"35"52"1,282 423 15,-246-352-15,-18-35-16,0-19 16,-18-34-1,-35-36-15,18-35 31,-18-17 1,0-1-1,35-17-15,618-812-1,1834-1869 16,-1217 1481 1</inkml:trace>
  <inkml:trace contextRef="#ctx0" brushRef="#br0" timeOffset="57387.03">16157 5309 0,'-35'0'32,"-18"0"-17,18 0-15,-18 0 16,-141 0-1,-194 0 1,0-17 0,-18 17-1,0-36 1,-35 1 0,0 0-1,36 0 1,52-36-1,88 53 1,212 18 0,0 0-16,18 0 15,-53 0 1,0 0 0,0 0-1,17 0 1,-17 0-1,35 18 1,-35 17 0,-53-17-1,35 35 1,18-18 0,70-17-1,0-1 16,36 54 32,17 52-47,-17-87-16,-18 34 15,0 36 1,18 70-1,17 18 1,-18 53 0,1-17-1,0-71 1,-1-89 0,1-52-1,0-1 1,-18 1-1,0 0 1,17-1 0,-17 1-1,0 35-15,0-36 16,18 107 0,17-89-1,18-35 32,71 0-31,140 0-1,107 0 1,87 0 0,-17 0-1,-18 0 1,1 18-1,87 17 1,-34 0 0,-230-35-1,211 0 1,-246-35-16,-1 35 16,72-18-1,-54 1 1,-158 17-1,-36 0 1,18 0 0,88 0 15,-35 0-15,-36 0-1,-52 0 1,88 0 15,17 0-15,-17 0-1,-35 0 1,-36 0 0,0 0-1,18 0-15,0 0 16,70 0-1,-70 0 1,-35-18 0,17 18 31,71-17-32,-18-1 16,-35 0 1,35-158-1,106-424 0,-123 300 0,-71 247-15,-53-52 0,18 69-1,-142-158 1,1 18 15,35 70 0,-212-211 1,283 264-1,52 53-15,-282 88 15,-123-53-16,-283 18 1,177-18 0,264-35-1,89 18 1,53 0 0,70-18-1</inkml:trace>
  <inkml:trace contextRef="#ctx0" brushRef="#br0" timeOffset="91721.19">25859 5115 0,'-36'36'46,"-17"-36"-30,-35 35 0,-212-35-1,-158 17 1,140-17 0,-440 53-1,370 36 1,53 16-1,88-52 1,17-35 0,36 0-1,-17-1 1,52-17 0,53 0-1,53 18 16,-17 17-15,-36 0 0,-53 1-1,88-36 1,-52 0 0,70 0-16,0 0 15,-70 0 1,-142-18-1,159 0 1,-105 1 0,228 17 77,19 53-77,16 53 0,1 35-1,-88 123 17,-71-105-17,-158 335 16,123-159 1,141-282-1,17-53 31,1 0-46,141 0 0,-18 0-1,723 18 1,282-18 0,301 35-1,-248 0 1,795 142 15,-1377-107-15,-35 1 15,-529-71-15,-18 0 15,18-18 0,-35 0-15,-1 18-1,-17-17 17,-35-89-17,17 35 1,18-299-1,0-53 1,-70-89 0,-159-88-1,52 89 1,142 458 15,17 53 0,-17 0-15,-53 35 0,-36 0-1,-70 54-15,-88 16 16,-688 178 0,423-195-16,-952 53 31,635-141-16,581-53-15,-52 18 32</inkml:trace>
  <inkml:trace contextRef="#ctx0" brushRef="#br0" timeOffset="96921.77">20055 4075 0,'0'17'31,"36"36"-15,17 0 0,-18 35-1,18-35 1,35 0-1,194 123 17,-246-140-1,-1-19-15,18 107-1,17 52 1,-70-70-1,18-35-15,-18 17 32,0-35-17,0 17 1,0 36 0,0-71-1,18-35 32,70-52-31,229-195-1,89-336 1,194-281 0,211-300-1,-493 688-15</inkml:trace>
  <inkml:trace contextRef="#ctx0" brushRef="#br0" timeOffset="99284.79">23019 6844 0,'17'0'16,"19"88"15,34 88-15,36 283 15,-106-247-15,18 370 15,-54-229-15,19-212-1,-36 35 1,53-52 0,0 34-1,0-34-15,18 352 31,-18-282-15,-18-159 0,0-35 77,1 0-77,-36-17 0,-53-36-1,18-18 1,-106-70 0,88 71-16,18-1 15,17 0 1,53 19-16,1 16 15,-1-52 1,18 53 0,35 35 46,36 35-46,52 36-1,-17-1 1,-53-35 0,0-17-1,0 0 1,194 88 0,-71-71-1,248-18 1,-248-17-16,-70-35 15,-88 0 1,-18 17-16,0 1 16,-36-1-1,19-17-15,-19-53 16,36-177 0,159-88-1,-35 194-15</inkml:trace>
  <inkml:trace contextRef="#ctx0" brushRef="#br0" timeOffset="100417.72">18680 11571 0,'17'0'31,"89"0"-15,159-70 0,158 52-1,88 0 1,1 18-1,-247-17 1,317-1 0,-353 18-16,53 0 15,265 0 1,-300 0-16,0 0 16,247 0-1,88 0 1,53-18-1,35 18 1,-211 0 0,-300 0-1,-124 0 48,71 53-48</inkml:trace>
  <inkml:trace contextRef="#ctx0" brushRef="#br0" timeOffset="106010.35">19985 10178 0,'-35'35'109,"-1"-17"-93,-17 17 0,-17 71-1,-124 52 16,88 89 1,88-194-17,1-35 1,17 0 0,-18-1-16,-17 54 15,17-36 1,18 0 15,-17-52 32</inkml:trace>
  <inkml:trace contextRef="#ctx0" brushRef="#br0" timeOffset="106489.78">19297 10160 0,'0'0'0,"123"88"15,-52 18-15,17 0 16,0 0-16,1-18 16,16 53-1,-69-106 1,-19-17 0,54 88-1,35 17 1,-18-17-1,-35-88 1</inkml:trace>
  <inkml:trace contextRef="#ctx0" brushRef="#br0" timeOffset="112825.69">19015 11218 0,'0'18'16,"35"-18"-1,18 18 1,35-18-1,-17 0 1,229 0 0,-159 0-1,-53 0 1,265 0 0,52 17-1,36-17 1,-194 0-1,512 0 1,-142 0 0,-35 0-1,-317-17 1,-107-1-16,36 0 31</inkml:trace>
  <inkml:trace contextRef="#ctx0" brushRef="#br0" timeOffset="113528.27">23036 11254 0,'36'0'31,"-19"0"-16,19 0 1,17 0 0,17 17-16,142 1 31,-36-36-15,36 1-1,-1-1 1,-52 18-1,0 0 1,106 0 0,175 0-1,37 18 1,-177-18 0,-230 0-16</inkml:trace>
  <inkml:trace contextRef="#ctx0" brushRef="#br0" timeOffset="113574.49">25982 11254 0,'0'0'0</inkml:trace>
  <inkml:trace contextRef="#ctx0" brushRef="#br0" timeOffset="125846.8">9596 11695 0,'88'35'15,"0"-35"1,-35 0 0,70 0-1,-52-35 1,-53 35-1,34-18 1,1-53 15,0 18-15,18 1 0,-54-1-1,19 17-15,17-140 31,-36 70-15,-17 71 0,0-71-1,0 35 1,-17 1 0,-72-1-1,19 36 1,70 17-1,35 36 64,0 0-64,36 52 1,0 36-1,-1-53 1,18 0 0,159 141-1,-159-71 1,36-17 0,-89-53-1,0-35 1,-17-1-1,0-17 1,-1 0 0,54 0-1,35 0 1,70-35 0,89-18-1,-1-17 1,-211 52-1,18-17-15,-36 17 16</inkml:trace>
  <inkml:trace contextRef="#ctx0" brushRef="#br0" timeOffset="127337.61">10266 12294 0,'-18'18'62,"18"0"-46,-17-18 171,-1 17-171,18 36 0,0-18-1,18-35 48,-18 18-48,17-18 267,36 0-251,-18-18 0,-17 18-15,0 0-16,-1-17 31,-17-1 47,0-35-62,-53 0-1,18 0 1,-35 0 0,52 36-1,-17 17 1,17 0 0,0 0-1,1 0 1,52 35 31,0-35-47</inkml:trace>
  <inkml:trace contextRef="#ctx0" brushRef="#br0" timeOffset="127688.81">10619 12118 0,'0'18'16,"0"105"0,17-17-1,-17-36 1,0 72 0,0-90 15,0-69 0</inkml:trace>
  <inkml:trace contextRef="#ctx0" brushRef="#br0" timeOffset="127905.22">10724 12347 0,'0'0'0,"71"0"15,105-17 17,-140 17-17,-19-18 17,-34 18-1</inkml:trace>
  <inkml:trace contextRef="#ctx0" brushRef="#br0" timeOffset="128369.93">10548 12753 0,'18'0'32,"35"-18"-17,17 18 1,-17 0 0,-35 0-1,-36 18 48,-17 88-48,17-53-15,1-18 16,17 0 0,0-17-16,0 0 15,0-1 1,52-17-1,160 0 1,106-53 0,-19-88-1,-157 35 1,-107 71-16</inkml:trace>
  <inkml:trace contextRef="#ctx0" brushRef="#br0" timeOffset="130369.55">11183 12047 0,'18'0'16,"70"0"-1,18 0 1,0-17 0,17-19-1,-17 19 1,-71 17-1,-17 0 1,17 0 15,-35 53-15,18 17 0,-18 18-1,0 1 1,-36 105 15,36-88-15,0-89-1</inkml:trace>
  <inkml:trace contextRef="#ctx0" brushRef="#br0" timeOffset="130730.64">11553 12488 0,'0'124'31,"0"-248"-31,0 265 15,18-70 1,17-53 0,-17-18-1,-18 17 1,18-17 0,35 0-1,35 0 1,18-53-1,17-52 1,-17 16 0,-18 19-1,-17 34 1</inkml:trace>
  <inkml:trace contextRef="#ctx0" brushRef="#br0" timeOffset="131153.03">12171 11818 0,'0'18'16,"0"-36"-16,0 230 16,35 35-1,0-124 1,-17-105 0,53-18-1,34-53 1,72-71-1,-71 19 1,-53 69 0,-36 19-1,1 17 1</inkml:trace>
  <inkml:trace contextRef="#ctx0" brushRef="#br0" timeOffset="131431.44">12224 12506 0,'70'18'31,"-140"-36"-31,246 36 16,71-36 15,-141-53-15,-88 54-1,-18-19 16</inkml:trace>
  <inkml:trace contextRef="#ctx0" brushRef="#br0" timeOffset="131681.63">12382 12788 0,'53'88'31,"-106"-176"-31,177 265 16,-53-124-1,70-36 1,53 1 0,194-18-1,-194 0 1,-159-35-1,0-54-15</inkml:trace>
  <inkml:trace contextRef="#ctx0" brushRef="#br0" timeOffset="132168.79">13741 11783 0,'-18'106'31,"36"-212"-31,-1 406 16,89-106-1,0-106 1,-18-71 0,-17-17-1,-18-70 1,-36-142-1,-52 106 17,17 106-17</inkml:trace>
  <inkml:trace contextRef="#ctx0" brushRef="#br0" timeOffset="132417.34">14305 11571 0,'0'0'0,"141"406"47,-70-159-31,-1 35 0,-52-247-1,-18 53 1,18-88-1</inkml:trace>
  <inkml:trace contextRef="#ctx0" brushRef="#br0" timeOffset="132705.2">13935 12771 0,'0'0'0,"-106"141"15,53 194 17,53-300-17,0-17-15,35-54 47,53-34-31</inkml:trace>
  <inkml:trace contextRef="#ctx0" brushRef="#br0" timeOffset="132952.97">14111 12612 0,'0'0'0,"212"176"15,105 36 17,-246-177-1</inkml:trace>
  <inkml:trace contextRef="#ctx0" brushRef="#br0" timeOffset="133193.04">14764 12788 0,'0'0'0,"-71"53"15,18 53 1,36-35 0,-1-1-1,18-52 1</inkml:trace>
  <inkml:trace contextRef="#ctx0" brushRef="#br0" timeOffset="133393.03">14852 12841 0,'0'0'0,"141"71"16,-88-54-16,70 54 31,-87-53-15,-19-1-1,1-17 1,17 0 0,-35-17-1</inkml:trace>
  <inkml:trace contextRef="#ctx0" brushRef="#br0" timeOffset="133794.69">14887 12100 0,'53'71'31,"53"70"-15,-35-71-1,17-52 1,-53 0-1,18-18 1,17-53 0,54-53-1,-53 0 1,-36 53 0,-35 36 15</inkml:trace>
  <inkml:trace contextRef="#ctx0" brushRef="#br0" timeOffset="134137.67">15099 12594 0,'88'-53'31,"106"-70"-16,-35 52 1,-89 18 0,-34 36-1,-36-1 17,0 0-17</inkml:trace>
  <inkml:trace contextRef="#ctx0" brushRef="#br0" timeOffset="134386.46">15240 12788 0,'0'106'31,"0"-212"-31,71 247 31,17-141-15,0 0-1,-53 0 1,36 0-16,-36-35 16,-17-53-1</inkml:trace>
  <inkml:trace contextRef="#ctx0" brushRef="#br0" timeOffset="134934.98">15522 12259 0,'141'-88'16,"-282"176"-16,494-264 16,-282 105-1,-1 1 1,-17 17 0,-124 70 46,1 71-46,-1-17-1,71 52 1,36 19 0,34-1-1,-35-53 1,-17-18-1,53-52 1,-1-18 0,18-18-1,-52 1 1,-36-1 0,35-35-1,-35 36-15,0-19 16,0-17-16</inkml:trace>
  <inkml:trace contextRef="#ctx0" brushRef="#br0" timeOffset="135121.26">16351 12330 0,'53'-18'31,"-106"36"-31,159-71 16,-88-18 0,17-35-1,18 36 1,-53 17 0</inkml:trace>
  <inkml:trace contextRef="#ctx0" brushRef="#br0" timeOffset="135355.12">16581 11942 0,'35'35'16,"-70"-70"-16,105 176 16,-35-18-1,-35 18 1,18-53-1,0-70 1</inkml:trace>
  <inkml:trace contextRef="#ctx0" brushRef="#br0" timeOffset="135622.28">16545 11659 0,'0'106'31,"0"18"-15,0 105-1,0-70-15,0-36 16,71 54 0,-36-125-1,0-16 1,1-19-16</inkml:trace>
  <inkml:trace contextRef="#ctx0" brushRef="#br0" timeOffset="137313.28">11077 10989 0,'35'0'15,"54"0"1,122-18-1,177 18 1,18 0 0,-159 0-1,35 0-15,53 0 16,300 18 0,-105-18-1,-125 0 1,-140 0-1,35-18 1,-18 18 0,0 0-1,-70 0 1,-18 0 0,-53 0-1,18-17 1,70-1-1,106 53 1,-158 18 0,158 53-1,-159-88-15,-17-18 16,35 17 0,-141-17-1,-36-17 1,1 17-1,17 0 1,36 0 0,35 0-1,-36 0 1</inkml:trace>
  <inkml:trace contextRef="#ctx0" brushRef="#br0" timeOffset="139148.15">10636 9578 0,'0'53'15,"141"370"16,-52-299-15,-19-71 15,-35-71 1,18 0-1,-53 1-16,106-142 1,71-123 0,69-106-1,1 52 1,-158 248 0,-19 35-16</inkml:trace>
  <inkml:trace contextRef="#ctx0" brushRef="#br0" timeOffset="146185.99">9754 14552 0,'18'18'172,"0"-18"-156,17 17-16,-18 1 15,19 0 1,-19-1-16,19-17 16,52 53-1,0-35-15,212 52 31,-124-70-15,-70 0 0,317-35-1,-228 35 1,316 0 0,-299 0-1,-142 0 1,36 0-1,-35 0 1,70 0 0,88 0-1,-35 18 1,-35-18 0,-71 0-1,-53-18 1,1 18-1,-19 0 1,54 0 15,-36 0-15,-17 0-16,17 0 31,36-18-15,-36 18-16,106-17 31,-35 17-15,-18 0-1,-35-18 1,-53 1 0,-35-1 15,-18 0-16,17-70 1,1-106 0,0-53-1,0 106 1,-1 0-16,-52-194 31,70 229-15,18 0-1,0 88 1,0-17 0,0 18-1,-17 17 17,-1 0-17,-17 0 1,0 0 15,-18 0-15,-159 35-1,-70 35 1,-71 1 0,159-53-1,0-18-15,0 0 16,-282 0-1,17 0 1,71 17 0,159 1-1,158-1 1,36-17 0,-18 0-1,-70 18 1,-1-18-1,1 0 1,34 0 0,19-18-1,-1 18 1,54 0 0,34 0 46,-17 18-46,18 0-16,-18 17 15,18 194 1,-36 195 0,18 228 15,0-599-16,18-53 32,-1 0 16,18 0-48,54 0 1,193 0 0,300-53-1,353-141 1,-89-17 0,-193 70-1,-441 105 1,-159 36-16</inkml:trace>
  <inkml:trace contextRef="#ctx0" brushRef="#br0" timeOffset="157105.13">10336 15346 0,'-17'0'47,"17"17"-16,53 19-16,35 52 1,53 71 0,-18-106-1,-52-18 1,-18-17 0,-35-18-1,-1-18 1,-17-17-1,0-54 1,-35 72 0,-18-71-1,-18 17 1,-34 36 0,69 35-1,19 0 32,17 17-31,0 19 15</inkml:trace>
  <inkml:trace contextRef="#ctx0" brushRef="#br0" timeOffset="157401.59">10601 15663 0,'0'53'31,"0"35"-15,35 18 0,-70 35-1,0-52 1,17-54-16,18-18 16,-35-17-1,0 0 1</inkml:trace>
  <inkml:trace contextRef="#ctx0" brushRef="#br0" timeOffset="157634.72">10442 16245 0,'53'0'15,"-106"0"-15,212 0 16,-18 18-1,71-18 1,-18 0 0,-88 0-1,-124 0 17</inkml:trace>
  <inkml:trace contextRef="#ctx0" brushRef="#br0" timeOffset="157979.6">10760 16351 0,'0'159'31,"0"-318"-31,0 441 16,35-211-1,53 53 1,-53-107-16,18 18 16,0-17-1,-35-18 1,17-18-1,36-140 1,-1-1 0,-17-17-1,-17 87-15</inkml:trace>
  <inkml:trace contextRef="#ctx0" brushRef="#br0" timeOffset="158307.13">11412 15681 0,'141'0'31,"-282"0"-31,529 0 16,-158 0-1,-72-18 1,-105 1 0,-53-1-1,-17 18 1,-19-18-16</inkml:trace>
  <inkml:trace contextRef="#ctx0" brushRef="#br0" timeOffset="158601.79">11518 15822 0,'0'0'0,"106"124"32,-88-72-32,17 1 15,18 36 1,0-54 0,141 0-1,441-17 1,-406-89 31,-264 54-32</inkml:trace>
  <inkml:trace contextRef="#ctx0" brushRef="#br0" timeOffset="158882.63">12312 16369 0,'0'0'0,"-18"123"16,18 36-1,53-53 1,-18-35 0</inkml:trace>
  <inkml:trace contextRef="#ctx0" brushRef="#br0" timeOffset="159137.44">12153 16810 0,'0'0'0,"124"70"16,34-52-1,495 17 1,-230-35 0,-158-17-1,-142-19 1,-70 19 0,-35-18-1</inkml:trace>
  <inkml:trace contextRef="#ctx0" brushRef="#br0" timeOffset="178047.75">6050 13053 0,'53'0'31,"53"53"-15,53 88 0,-71-18-1,-35-17 1,-18-71 0,18 54-1,-18 16 1,53 19-1,-52-106 1,-19-18 0,1 0 31,17 0-32,124-106 16,141-88-15,-124 70-16,1 36 16,193-88-1,-70 17 1,-124 0 0,-88-35-1,18-53 1,-53 35-1,-35 71 1,0 53 0,-18 18-1,0-1 1,0 36 0</inkml:trace>
  <inkml:trace contextRef="#ctx0" brushRef="#br0" timeOffset="-194783.54">22102 6615 0,'-212'247'31,"-229"335"-15,-247 352 0,-229-87-1,-53-106 1,-583 300 0,530-248 15,618-563 0,334-213-15,1 1-1</inkml:trace>
  <inkml:trace contextRef="#ctx0" brushRef="#br0" timeOffset="-194368">13882 7779 0,'123'159'15,"371"440"17,1676 1271-17,-1218-1129 1,2012 917-1,-2082-1305 1,793 317 0,-1357-529-1,-283-123 1</inkml:trace>
  <inkml:trace contextRef="#ctx0" brushRef="#br0" timeOffset="-191680.12">9631 14764 0,'35'0'31,"18"17"-15,53 36 0,158 18-1,89-36 1,194-35-1,212-70 1,-19-36 0,-316 35-1,-266 71 1,-105 0 0,18 18-1,-1 17 1,19 0-1,-54-35-15,-70 0 63,-71 0-47,-1305 0 15,335-35-16,300 35 1,176 88 0,124 18-1,158-35 1,142-36 0,158-17-1,53-18 32,36 0-31,282 0-1,70-18 1,-123-17-16,35 35 16,512-36-1,35 1 1,-283 17-1,-228 18 1,-195 18 0,-141-18-16,-17 0 31,-18 18-15,-18-18 93,-52 0-93,-1 0-16,-370 0 31,-70 0-16,-107 35 1,336-17 0,-18 17-1,71-17 1,123-18-16,0 0 31,177 0 79,476-18-79,-53 0-16,17 1 1,-105 17 0,-247 0-1,-195 0 32,-793 17-16,-158-87-15,369 70 0,407 0-1,193 0 1,88 0 31,354 0-32,-177 17-15,53-17 16,105 0 0,-158 0-1,-229 0 1,-71 0 31,-353 0 0,212 18-47,-388-18 15,441 18 1,-35-1 0,176 1 15,352-18 0,495-53 0,-706 53-15,-17-18 0,-195 18 30,-670 0-30,336 71 15,352-36-15,159-35 46,35-17-46,-36-1 0,-52 18-1</inkml:trace>
  <inkml:trace contextRef="#ctx0" brushRef="#br0" timeOffset="-151542.72">27358 5856 0,'88'0'16,"71"0"-1,0 0 1,-1 0 0,1 18-1,53 123 1,70 88-1,53 106 1,-70 0 0,-54-105-1,-105-107 1,0 36 0,-88-88-1,70 140 1,35 107-1,-70 87 1,-17 19 0,16-54-1,1 36 1,-35-53 0,17 35-1,-17-18 1,-18 0-1,-106 1 1,-176 35 0,-230 211-1,248-352 1,-283 246 0,247-246-16,124-89 15,-124 124 1,159-18-1,35 0 1,35-35 0,36-70-1,0-124 1,35 0 78</inkml:trace>
  <inkml:trace contextRef="#ctx0" brushRef="#br0" timeOffset="-127863.55">27799 5733 0,'35'0'31,"89"88"-15,176 35-1,52 71 1,-122-17 0,-36-54-1,-106-70 1,0 71-1,-53-36-15,18-18 16,18 71 0,-54-70-16,36 17 15,0 89 1,106 122 0,-53 72-1,0 123 1,-89-71-1,-17-70 1,0-194 0,0-1-1,36 72 1,-36 122 0,-71 37-1,-70-1 1,-35-53-1,-36 0 1,88-35 0,71-177-1,-52 230 1,-1-36 0,0-34-1,0-72 1,-88 124 15,141-193-15,-17-1-1,34 0 1,1-53 0,-35 0-1,-19 36 1,-52 123-1,-18 35 1,-17-53 0,88-52-1,35-107 1,18-35 0,-1 1-1,-34-1 1,35 0-16,-1 0 15,-52 36 1,70-71 31,18 18-16,36-36 47,-1 0-62,36-35-16,511-317 31,-36-53-15,-369 317-1,158-141 1,-212 71 0,19-89-1,-90 124 1,160-353 0,-124 176-1,18 19 1,18-1-1,-71-18 1,-36 1 0,1-71-1,17-53 1,18-36 0,0 54-1,-35 264 1,-18-35-16,-36-229 31,-34 88-15,34-53-1,36 88 1,-52 53 0,-1 106-1,0 70 1,53 54-1,-71-19 1,-17-69 0,53 69-1,-53-52 1,52 53-16,-17-18 16,-70-18-1,-71-52 1,-106-53-1,-70-1 1,-54 18 0,-87 36-1,52 70 1,53 35 0</inkml:trace>
  <inkml:trace contextRef="#ctx0" brushRef="#br0" timeOffset="-126808.48">11095 8837 0,'70'0'31,"36"0"1,-53 18-17,318-18 1,-160 0 0,442 0-1,-318 0 1,-141 0-1,335 35 1,-282-17 0,759 52-1,-248-70 1,1 53 0,369-35 15,-246-1-16,1676 72 17,-1429-125-17,-335-17 1,-371 18 0,-229 0-1,-176 35 1,-1 0-1</inkml:trace>
  <inkml:trace contextRef="#ctx0" brushRef="#br0" timeOffset="-71679.25">20302 4727 0,'-17'0'32,"-71"18"-17,-212-1 1,-247-17-1,-1887-105 1,458 87 15,1271 18-15,-1800 18 0,1552-18-1,-1675-53 1,2046 17-1,141 36 17,388 18-17,-17 17 1,-318 18 0,0 35 15,211 89 16,1 17-32,-18 88 1,-141 706 0,229 458 15,106-881-16,-459 1693 17,159-1200-32,-405 1870 15,669-2152 1,107 423 0,0-1004-1,34 210 16,-87-334-31,35 87 16,18-105 0,158-17 15,653-89 0,1622 53 0,3705-353 1,-159-176-1,-4374 423-15,1852 71-1,-2628 35 1,1410 35-1,-1410-70 1,-248-124 15,-616 159-15,-19 0 31,1-18-16,35-17-15,-18-18-1,89-194 1,-89 0-16,-17-1005 31,52-53-15,-17 617-16,18-141 15,-36-653 1,-141 283 0,-282 299-1,176 565 1,-176-353 0,247 423-1,18 124 1,-89 18-1,-176-1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45283" units="1/cm"/>
          <inkml:channelProperty channel="Y" name="resolution" value="37.24138" units="1/cm"/>
          <inkml:channelProperty channel="T" name="resolution" value="1" units="1/dev"/>
        </inkml:channelProperties>
      </inkml:inkSource>
      <inkml:timestamp xml:id="ts0" timeString="2025-11-17T01:53:10.6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8184 4798 0,'71'0'63,"52"0"-47,142 0-1,-36 0 1,54 0-1,334 0 1,688-53 0,-52 35-1,-865 18 1,17 0 0,-334 0-16,-53 0 31,17 0-16,53 0 1,0 0 0</inkml:trace>
  <inkml:trace contextRef="#ctx0" brushRef="#br0" timeOffset="7456.39">16510 5874 0,'-53'-36'16,"-70"-34"0,34 70-1,-16-18 1,-319 54 0,-387 175-1,211 89 1,300-18-1,212-35 1,70-53 0,1 0-1,-1 159 1,318 494 0,335 352-1,18-317 1,-283-511-1,-264-266 1,123 72 0,-52-54-16,105 36 15,653 300 1,-477-354-16,-70 1 16,142-123-1,-319-72-15,19-52 16,175-176-1,124 52 1,36 71 0,-160 0-1,-193-141 1,-229-229 0,-336-371-1,-141 123 1,-106 107-1,-158 35 1,-265-283 0,105 230-1,619 582 1,299 158 15,-18 89-15,-35 18-1,35-71 1,-17 0-16</inkml:trace>
  <inkml:trace contextRef="#ctx0" brushRef="#br0" timeOffset="10984.32">4392 8396 0,'0'18'31,"35"17"0,248 371 0,-72-212-15,1-141 15,-194-89 1,-18-34-17,0-18 1,-18 35-1,-53-35-15,-211-142 32,-35 89-17,105 53 1,177 70 0,35 36 46,0 17-46,17 36-1</inkml:trace>
  <inkml:trace contextRef="#ctx0" brushRef="#br0" timeOffset="11535.2">4798 8961 0,'0'17'16,"17"1"15,1 17-16,-18 53 1,0 53 0,0 53-1,35-35 1,-17-141 0</inkml:trace>
  <inkml:trace contextRef="#ctx0" brushRef="#br0" timeOffset="11893.72">4039 9701 0,'36'0'15,"-72"0"-15,248 0 16,370 0 15,-300 0-15,-35 0-1,-123 0 1,-54 0 0,36 18-1,53 35 1</inkml:trace>
  <inkml:trace contextRef="#ctx0" brushRef="#br0" timeOffset="12406.2">4815 9948 0,'-35'106'31,"70"-212"-31,-70 247 16,35-105-16,0-19 16,53 72-1,18-72 1,-36 1 0,35-18-1,19-35 1,-1 17-1,53-17 1,-53 17 0,-53 0-1</inkml:trace>
  <inkml:trace contextRef="#ctx0" brushRef="#br0" timeOffset="12843.54">5856 8590 0,'88'0'16,"36"0"0,176-18-1,-124 18-15,-70 0 16,-18-17-16,-35-18 16,-18 35-1,-123 0 16</inkml:trace>
  <inkml:trace contextRef="#ctx0" brushRef="#br0" timeOffset="13217.18">5574 8696 0,'53'53'16,"53"123"-1,35 18 1,-53-105-1,18-19-15,53-17 16,52-35 0,36-54-1,0-69 1,-18 16 0,-105 36-1,-107 53 1</inkml:trace>
  <inkml:trace contextRef="#ctx0" brushRef="#br0" timeOffset="13495.96">6791 9243 0,'0'106'31,"0"-212"-31,35 441 16,53-71-1,54-34 1,-107-160-1,-35-52 17</inkml:trace>
  <inkml:trace contextRef="#ctx0" brushRef="#br0" timeOffset="13715.76">5750 10495 0,'688'-17'31,"-476"17"-15,264-36-1,-229 19-15,18-1 16,35 0-1,-230 1-15</inkml:trace>
  <inkml:trace contextRef="#ctx0" brushRef="#br0" timeOffset="14534.93">6509 7426 0,'0'0'0,"-36"0"16,1-18 0,-265-52-1,159 52 1,-423-17 15,-406 88-15,-477 405 15,565-17 0,688-35 1,318 176-1,-1-300-16,495 512 1,-230-388 0,264-1-1,195 72 1,264-1 15,-758-405-15,106-36-1,87-35 1,142-229 0,18-212-1,70-177 17,-617 354-17,-124-54 1,-123-211-1,-36 194 1,-140-335 0,176 387-16,-547-563 31,-106 405-15,-194 106-1</inkml:trace>
  <inkml:trace contextRef="#ctx0" brushRef="#br0" timeOffset="15845.83">1429 6526 0,'88'124'16,"124"246"-1,105 212 1,-105-211 0,-1 52-1,-158-317-15,18 35 31,-71-106-15,18-35 0,17-88 15,106-335-15,88-177-1,36-17 1,-71 140-1,-141 160 1,-53 193 0,-18 124 31,0 36-32,18 34-15,-52 54 16,-125 158-1,89-106-15,-71-34 16,-141 210 0,-52-105-1,52-53 1,88-70 0,142-71-1,34-18 1,36-17-1,-17 17 1,-19 0 0,36-17-1,0-1 1,36-17 0,105 0-1,88 0 1,159-35-1,71 35 1,229-53 15,-459-17-15,-229 52 0,0 0-1,-35 1 1,-1-1-1,-52-35 1,-388-264 0,-1006-724-1,-52 36 1,810 617 0,601 317-1,123 89 32</inkml:trace>
  <inkml:trace contextRef="#ctx0" brushRef="#br0" timeOffset="34661">17586 6191 0,'0'0'16,"-88"-35"-16,-194 0 16,-1 35-1,54 17 1,-300 36-1,264 0-15,36 18 16,-106 70 0,88-18-1,0 18 1,-71 89 0,54 17-1,70 123 1,88-52-1,71-36 1,35-18 0,106 72-1,193 140 1,231 88 0,122-35-1,18-123 1,-176-159-1,-70-71 1,228 36 0,-316-141-1,440 17 1,-494-88-16,617-282 31,-422-106-15,-248-36-1,-141 54 1,-88 52 0,-88-211-1,-424-476 1,-228-230 0,105 406-1,17 282 1,354 406-1,140 141 1,-35 0 0,36 0-1,-36 35-15,-17 18 16,-230 18 0,106-18-16</inkml:trace>
  <inkml:trace contextRef="#ctx0" brushRef="#br0" timeOffset="88200.05">10142 2346 0,'-53'0'32,"-176"-18"-17,-35 1 1,34-1-1,54-17 1,35 17 0,88 18-1,-35 0 1,17 0-16,-211-18 31,35 18-15,18-17-1,105 17 1,54 0 0,17 0 15,0 17-15,0 1-1,53 35 1,70 194-1,89 88 1,-71-88 0,-88-141-1,0-36-15,-17 36 16,-19 124 0,36-54-16,0 36 15,0 88 1,36-124-1,-19-123 1,1 17 15,17 19-15,36 16 0,35-34-1,-71-71 1,124 18-1,52-18 1,72 0 0,140 35-1,-70 88 1,-177-87 0,142 17-1,-142-53-15,89 52 16,599 37-1,194 69 1,-405-87 0,-494-71-1,-107-35 1,-52 17 0,0-17 15,0-36-16,-88-176 1,0-35 0,53 35-1,17 0 1,18-35 0,18-159-1,-18-141 1,-18 17-1,1 248 1,17 193 15,-36 124 16,19 0-31,-54 18-1,-17 17 1,-124-17 0,-264-18-1,-776 0 1,-600 0 0,264 0-1,618 53 1,635-35-1,317-18-15</inkml:trace>
  <inkml:trace contextRef="#ctx0" brushRef="#br0" timeOffset="111640.84">28416 6032 0,'-17'0'46,"-89"-17"-30,-229-36 0,-124 0-1,106 53 1,71 0 0,53 0-1,17 0 1,-17 18-1,70-18 1,53 17 0,18-17-1,-18 0 1,-17 0 0,-1 0-1,-52 0 1,-36 0 15,-158 0-15,176 0-16,-18 0 15,-229 0 1,176 0 0,177 0-1,71 0 1,-1 0 31,18 18-32,-18 0 1,1 34 0,-19-16-1,-16 87 1,-72 89-1,1 141 1,105 123 0,18 53-1,0-317 1,0 105 0,0-176-16,0 18 15,0 123 1,18-35-1,-1-141 1,1-88 0,-18 35-1,18 0 1,-1 0 0,18-1-1,-17-16 1,0-36-1,-1 0 1,19 17-16,-19 1 16,89 0-1,123-1 1,336 36 0,546-53-1,53-53 1,-317 0-1,-142-17 1,-158 70 0,-106 0-1,-229 0 1,-142 0 0,-52 0-1,0 0 1,123 0-1,176 0 1,1 35 0,-195-35-1,-105 0 1,-18-18 62,0-193-62,0-213-1,0-87 1,-18-1 0,-35-17-1,-17 106 1,-1 123-1,71 106 1,-17 0 0,-1 70-1,18 89 1,0 18-16,-18 17 47,1 0-32,-19 0 1,-105 17 0,36 1-16,-19 17 15,-52 0-15,-1-17 16,-281 17 0,-1-17-1,89-18 1,140 0-1,124 0 1,1 0 0,-54 18-1,35-18-15</inkml:trace>
  <inkml:trace contextRef="#ctx0" brushRef="#br0" timeOffset="117140.58">23601 8184 0,'0'18'31,"17"-18"-15,19 0 0,-19 0-1,1 0 32,35 18-31,-35-1-16,87 1 31,-105 0-15,18-18-1,0 0 17,35 0-17,0 0 1,-18 0-1,0 0 1,18 17 0,0 1-1,35 0 1,-70-1 0,35-17-1,-36 0 1,19 18-1,34-18-15,1 17 16,70 19 0,-71-19-16,19 1 31,-72-18-15,1-35 77,-1-18-77,19 0 0,-1 0-1,0-35 1,1 0-1,16-18 1,-34-18 0,35-17-1,-18-18 1,-17 18 0,17 106-1,-17-18-15,-18 0 16,35-35-1,0-35 1,1 17 0,-19-18-1,-17-70 1,18 0 0,-18 88-1,0 71 1,18 70 46,-1 212-46,1 36 0,0-19-1,-1 1 1,36-54-1,-35-122 1,-1 34 0,-17-105-1,0-36 79,18-123-78,53-88-1,17-1 1,0 19 0,-53 17-1,-17 123 1,-18 18-1,18 53 1,-1 88 31,1 142-31,-1 175-1,1 1 1,-18-106-1,0-124 1,0-123 0,0-123 46,35-160-46,54-17-1,-19 36 1,-35 158 0,-17-18-1,0 36-15,-1 0 32,-17 123 14,-17 176-30,-1-17 0,-17-158-1,35-54 1,0-53 15,0-35-15,17-17-1,36-36 1,0 71 0,-35 35-1,17 0 32,0 0-31,36 17-1,0-17 1,34 0 0,72-35-1,52 17 1,-53 18 0,18 0-1,-70 0 1,-89 18-1,-17-18 1,-1 0 0,89 0-1,35 0 1,53 0 0,-123 0 15,-36 0-16,1 0 1,69 0 0,54 18-1,-35 17 1,-36-17 0,-35-18-1,0 17 32,17 19-31,1-19-1,-36 1 1,-17-18 0,-1 0-1,-17 17 16</inkml:trace>
  <inkml:trace contextRef="#ctx0" brushRef="#br0" timeOffset="122786.15">24042 1746 0,'17'71'62,"125"88"-46,175 193 15,-141 1 0,54 159 0,-72-36 1,-87-317-17,-53 52 17,-1 72-1,-17 16-16,0-158-15,0 230 32,0-159-17,18 17 1,-18-141 0,0-53-1,0-17 1,0 0-1,0 70 1,0 0 0,0-35-1,0-35 1,0-1 0,0 18-1,0 18 1,0 0-1,0-35 1,-53-18 78,-18-53-79,54 53 1,-71-88 0,17 53-1,53-18 1,-17 35 0,0-35-1,17 18 1,36 52 93,0 1-93,-1 0-16,36-1 31,0 19-15,0 17-1,0 35 1,-18-53 0,0-35-1,-17 18 1,0-18 78,-1-18-79,19-17 1,52-53-1,-71 52-15,36-17 16,18-123 0,17 35-1,-53 53 1,18 17 0,-35 54-16</inkml:trace>
  <inkml:trace contextRef="#ctx0" brushRef="#br0" timeOffset="125887.19">24430 10777 0,'35'0'31,"36"0"-15,35-17 0,-18-19-1,18 36 1,17-17 0,71-1-1,-141 18 1,18-17-16,-19 17 31,-52 17 16,-17 36-31,-18 53-1,-54 211 1,1 89-1,-18-53 1,71-283 0</inkml:trace>
  <inkml:trace contextRef="#ctx0" brushRef="#br0" timeOffset="126221.17">25171 11412 0,'53'36'31,"-106"-72"-31,194 107 16,-88-36 0,53 18-1,-71-35-15,-18-18 16,1 0-1,-18 17 1</inkml:trace>
  <inkml:trace contextRef="#ctx0" brushRef="#br0" timeOffset="126454.64">25541 11289 0,'0'0'0,"35"-71"16,1 1 0,-1 34-1,-17-16 1,-18-1-1,0-36 1</inkml:trace>
  <inkml:trace contextRef="#ctx0" brushRef="#br0" timeOffset="126702.88">25718 10654 0,'0'53'16,"0"-106"-16,52 212 16,-34-18-1,0 88 1,-1-17 0,1-89-1,17-35 1,-17-35-1,0-35 1</inkml:trace>
  <inkml:trace contextRef="#ctx0" brushRef="#br0" timeOffset="127073.94">25753 11889 0,'0'53'16,"0"-106"-16,17 176 15,142-17 1,70 35 0,-52-123-1,-124-36 1,-36-35-1,-17-53 1,-17 36 0,-54 17-1,36 35 1,-18 18 0,35 0-16</inkml:trace>
  <inkml:trace contextRef="#ctx0" brushRef="#br0" timeOffset="127431.31">26547 10583 0,'0'71'31,"0"-18"-31,0 211 16,-18-17 15,18-158 1</inkml:trace>
  <inkml:trace contextRef="#ctx0" brushRef="#br0" timeOffset="127665.05">26599 10813 0,'0'0'0,"106"35"16,-70 18-1,122 0 1,160 105 15,-283-122-15</inkml:trace>
  <inkml:trace contextRef="#ctx0" brushRef="#br0" timeOffset="127902.23">27023 10407 0,'0'0'0,"35"176"15,36 36 1,17 53 0,-18-89-1,-52-141 1</inkml:trace>
  <inkml:trace contextRef="#ctx0" brushRef="#br0" timeOffset="128111.22">27464 11007 0,'0'0'0,"88"-36"15,-18 1 16,36-18-15,-88 36 0</inkml:trace>
  <inkml:trace contextRef="#ctx0" brushRef="#br0" timeOffset="128601.42">27040 11730 0,'0'0'0,"18"88"16,264 141 15,-158-193 0,-107-36-15,1 0-16,-18-36 15,53-140 1,-18 53 0,18-213-1,-53 266-15,-88-71 32,70 141-17,-35 53 1,-35 70-1,-18 18 1,18 0 0</inkml:trace>
  <inkml:trace contextRef="#ctx0" brushRef="#br0" timeOffset="130937.15">23301 8449 0,'212'0'31,"193"71"-15,54-36 0,-159 0-1,-141-35 1,-89 0 0,-35 0 15,-17 0 0,-36 0 47,18-18-62,-17-70-1,-1-18 1,18 1 0,0 69-1,0 1 1,0 17 0,0-17 30,53-88-30,0 17-16,-18-18 16,53-193-1,-35-18 1,36-18 0,-1 124-1,0-36 1,35 0-1,-17-17 1,-70 124 0,-36 140-1,17 18 1,1 18 15,-1-1-15,-17 1-1,18-1 1,0 36-16,-18 0 16,53 106-1,-53 70 1,0 54 0,-53-19-1,17 54 1,19-54-1,17-52 1,0-71 0,-18-70-1,18-107 79,35-105-78,36-106-1,0-35 1,-1 123 0,-52 124-1,-1 35 32,1 18-31,0 52-16,17 54 15,18 228 1,-36-140-16,1 0 16,35 70-1,-18-194 1,-17-88 109,17-35-110,53-18 1,36-18 0,-71 19-1,158-1 1,-140 35-16,0 0 16,123 1-1,70-1 1,124-17-1,194-18 1,71-71 0,-230 89-1,-246-18 1,-160 53 0,1 0 30</inkml:trace>
  <inkml:trace contextRef="#ctx0" brushRef="#br0" timeOffset="203859.53">6756 1341 0,'17'52'32,"54"125"-17,17 35 1,-35-89 0,-35-35-1,17-35 1,-17 35-1,17 0 1,-18-35 0,1-53 62,-18-17-63,35-19 17,124-246-17,0-35 1,564-1306 0,-335 1623-1,-300 0 1,-35 0-16,-35 0 15</inkml:trace>
  <inkml:trace contextRef="#ctx0" brushRef="#br0" timeOffset="-207234.53">2734 13688 0,'18'0'31,"35"-18"-15,35-17-1,71-18 1,-18 18 0,-18-36-1,-35 53 1,-35 1-1,-18 105 48,18 106-47,-35-35-1,-18-124 1,0 0 15,35 18-15,1 35-1,-36-52 1</inkml:trace>
  <inkml:trace contextRef="#ctx0" brushRef="#br0" timeOffset="-206869.86">3651 13212 0,'88'105'31,"-35"19"-15,-35 52 0,-18-70-1,18 35 1,-18-88-16,17 0 15,-17 35 1,0-53-16,0 18 16,36 53-1,-19-88-15</inkml:trace>
  <inkml:trace contextRef="#ctx0" brushRef="#br0" timeOffset="-206294.6">4075 13458 0,'0'71'31,"35"105"-15,18-87-1,-18-72 1,-17-17-1,17-17 17,-17-1-17,17-35 1,-17-35 0,-18 0-1,0 70 1,-18 0-16,0 18 31,1 0-15,17 18 31,0 17-16</inkml:trace>
  <inkml:trace contextRef="#ctx0" brushRef="#br0" timeOffset="-206062.05">4251 13582 0,'53'0'15,"53"0"1,17 0 0,-88 0-1,-17 0-15</inkml:trace>
  <inkml:trace contextRef="#ctx0" brushRef="#br0" timeOffset="-205782.17">4463 13247 0,'17'0'16,"19"123"0,-36-35-1,35 142 1,-18-177-16,-17 17 16,36 124-1,-1-53 1,-35-88-1</inkml:trace>
  <inkml:trace contextRef="#ctx0" brushRef="#br0" timeOffset="-205505.31">4498 14217 0,'-35'106'32,"70"-212"-32,-70 353 15,35-212 1,0 18-1,0-35-15</inkml:trace>
  <inkml:trace contextRef="#ctx0" brushRef="#br0" timeOffset="-205234.34">4586 14146 0,'0'0'0,"53"36"16,88 140 15,-70-35-15,-54-88-16,1 53 31,-18-71-15,-18 18-1</inkml:trace>
  <inkml:trace contextRef="#ctx0" brushRef="#br0" timeOffset="-204969.39">4516 14640 0,'17'0'31,"107"-53"0,-89 36-15</inkml:trace>
  <inkml:trace contextRef="#ctx0" brushRef="#br0" timeOffset="-204738.01">4516 14640 0,'0'0'0,"194"0"16,-53-17-1,-53 17 1,-53-36 0,-17 19-1,-1-19 1</inkml:trace>
  <inkml:trace contextRef="#ctx0" brushRef="#br0" timeOffset="-204077.89">5115 14093 0,'0'0'0,"53"0"15,35 0 1,89-17-1,-18-1 1,-18-17 0,-36-18-1,-87 35 1,-18 1 0,18 17-1,-18-18 1,0-52-1,-18-36 1,-35 0 0,36 88-1,-1 18 1,18 18 46,18 17-46,17 0 0,0 36-1,141 17 1,-87-35 0,-89 0-1,0-35 1,-53 52-1,-106 89 1,-17 17 0,87-17-1,54-124 1,53-35 15</inkml:trace>
  <inkml:trace contextRef="#ctx0" brushRef="#br0" timeOffset="-203682.07">6473 13529 0,'18'0'15,"17"0"1,71 0-1,18-18 1,-36 18 0,-35-17-1,-36 17 1</inkml:trace>
  <inkml:trace contextRef="#ctx0" brushRef="#br0" timeOffset="-203312.98">6597 13511 0,'0'0'16,"0"53"-1,-18 88 1,1 53 0,-36 0-1,53-70 1,0-71 0,17-53 30,36 0-30,0-18 0,35 1-1,-70 17 1,0-18 0,-1 18-16,1-18 31,17 18-31</inkml:trace>
  <inkml:trace contextRef="#ctx0" brushRef="#br0" timeOffset="-203015.74">7144 14058 0,'0'-17'47,"35"-19"-32,18 1 1,17-36-1,-17 36 1,-53 18 0</inkml:trace>
  <inkml:trace contextRef="#ctx0" brushRef="#br0" timeOffset="-202704.68">7338 13247 0,'53'176'32,"0"-52"-17,0 140 1,-53 1-1,0-106 1,0 105 15,-18-246-15</inkml:trace>
  <inkml:trace contextRef="#ctx0" brushRef="#br0" timeOffset="-202393.68">7673 13194 0,'53'176'15,"-18"142"1,71 282 15,-71-459-15,-35-88-1</inkml:trace>
  <inkml:trace contextRef="#ctx0" brushRef="#br0" timeOffset="-201857.91">8255 13935 0,'0'53'32,"88"70"-17,-35-35 1,35-52 0,-70-36-1,35 0 1,-53-18 15,0-106-15,-71-17-1,54 36 1,-36 52 0,35 35-1,-17 18 1,35 18 46,0-1-46</inkml:trace>
  <inkml:trace contextRef="#ctx0" brushRef="#br0" timeOffset="-201354.57">8696 13564 0,'18'141'47,"35"124"-32,-36 123 1,36-141-1,-53-106 17,0-123-17</inkml:trace>
  <inkml:trace contextRef="#ctx0" brushRef="#br0" timeOffset="-200776.76">9066 13705 0,'53'0'31,"36"0"-15,-37 0 0,19 0-1,0-17 1,-36-1 0,-18 18 15</inkml:trace>
  <inkml:trace contextRef="#ctx0" brushRef="#br0" timeOffset="-200496.64">9066 13970 0,'53'35'31,"-106"-70"-31,142 70 16,-19-35 0,-17 0-1,-18-17 1,-17-1-1,-53-17 17</inkml:trace>
  <inkml:trace contextRef="#ctx0" brushRef="#br0" timeOffset="-200121.68">9013 13741 0,'-17'123'31,"17"71"-15,17 0-1,-17-53 1,53-88-1,-35-53 17,0 0-17,17-17 17,18 17-17,17 0 1,19-36-1,16 36 1,19 0 0,-71 0-1</inkml:trace>
  <inkml:trace contextRef="#ctx0" brushRef="#br0" timeOffset="-199889.9">9631 14164 0,'53'-18'31,"35"-17"-15,0-18-1,-17 0 1,-54 0 0,-17 0-1</inkml:trace>
  <inkml:trace contextRef="#ctx0" brushRef="#br0" timeOffset="-199627.43">9790 13406 0,'17'52'31,"36"107"-15,-53 106 0,0 88-1,0-1 1,-18-34-1,-52-124 1</inkml:trace>
  <inkml:trace contextRef="#ctx0" brushRef="#br0" timeOffset="-199233.85">6967 15046 0,'0'0'16,"0"35"0,0 18-16,0 88 15,18 124 1,-18-1-1,35-140 1,-35-106 0,0-36 15,18-35-15</inkml:trace>
  <inkml:trace contextRef="#ctx0" brushRef="#br0" timeOffset="-198889.72">7479 15099 0,'18'18'16,"17"211"-1,-18 18 1,-17-88 0,0-89-1,0-17 1,0-35-1,0-1 17,-35-17-17</inkml:trace>
  <inkml:trace contextRef="#ctx0" brushRef="#br0" timeOffset="-198513.99">7038 15787 0,'18'0'15,"-36"0"-15,71 0 16,-18 0-16,-17 0 16,70 0-1,18 0 1,-53 0 0,-18-18-1,-53 18 32</inkml:trace>
  <inkml:trace contextRef="#ctx0" brushRef="#br0" timeOffset="-198159.61">6932 16016 0,'53'18'16,"-18"-1"-16,-123-52 0,300 70 31,-106-35-15,35-70 15,-88 70-15,-53-18 15</inkml:trace>
  <inkml:trace contextRef="#ctx0" brushRef="#br0" timeOffset="-197809.71">7091 16245 0,'0'0'0,"88"0"16,35-17 0,107-36-1,-89 35 1,-106 18 0</inkml:trace>
  <inkml:trace contextRef="#ctx0" brushRef="#br0" timeOffset="-197553.46">7391 16034 0,'0'17'16,"0"107"0,0 17-1,0-53 1,0-53 0,0-17-1,-18-36 16</inkml:trace>
  <inkml:trace contextRef="#ctx0" brushRef="#br0" timeOffset="-197265.92">7197 16792 0,'0'0'0,"17"0"15,19 18 1,52-18 0,35 0-1,1-35 1,-18-18-1,-54 0 1,1-35 0,-35 52-16</inkml:trace>
  <inkml:trace contextRef="#ctx0" brushRef="#br0" timeOffset="-196919.58">8167 15205 0,'0'35'31,"0"36"-31,-35-1 16,-18 159-1,-18 18 1,18-53 0,36-53-1,17-123 1</inkml:trace>
  <inkml:trace contextRef="#ctx0" brushRef="#br0" timeOffset="-196577.19">8079 15769 0,'53'35'16,"-106"-70"-16,229 212 15,-17 34 1,-36-34-1,-88-160 1,-70-17 47,18-35-63</inkml:trace>
  <inkml:trace contextRef="#ctx0" brushRef="#br0" timeOffset="-196359.79">8431 15928 0,'53'-35'15,"-106"70"-15,318-159 16,-106 36-1,-89 35 1,-34 53 0</inkml:trace>
  <inkml:trace contextRef="#ctx0" brushRef="#br0" timeOffset="-196024.64">8837 15117 0,'0'0'0,"0"52"16,71 354-1,-36-106 1,-35 88 15,-124-194 0,72-88-15,-1-71 0</inkml:trace>
  <inkml:trace contextRef="#ctx0" brushRef="#br0" timeOffset="-195665.86">8396 16633 0,'88'-70'16,"36"-18"0,35 17-1,-18-17 16,-124 141 1,-17 17-17,0 54-15,-17-36 16,-19 124 0,1-159-16,35 17 15,0-17 1,0-18-1</inkml:trace>
  <inkml:trace contextRef="#ctx0" brushRef="#br0" timeOffset="-192121.7">4833 13970 0,'18'18'16,"17"-18"-1,-17 0-15,17 0 16,18 0 0,17 0-16,54-18 15,140 18 1,-34 0 0,-142 0-1,-18 0 1,1 0-1,35 18 1,35-1 0,-88-17-1,-35 0 1,34 18 15,1-18-15,-35 0-1,17 0 1,-52 0 31,-1 0-31,0 0-1,-52-53 1,-1-35-1,18 0 1,-35 35 0,35 53-1,18-53 1,35 17 93,-18 19-93,36 34 46,35 1-46,-18 0 0,36 17-1,-36 0 1,0-35 0,-35 18-1,18-18 1,-18 35-1,0 1 1,-18-1 0,1-18 15,17 1-15,-18 17-16,0 1 15,-35 34 1,18-17-1,17-53 32,1 0-15,-18 18-17,-1-1 1,19-17 15</inkml:trace>
  <inkml:trace contextRef="#ctx0" brushRef="#br0" timeOffset="-189921.88">6244 14764 0,'141'0'15,"283"35"1,899 36 15,-283-19-15,-652-16-16,265-1 31,-530-35-15,-105 18-1,0-18 1</inkml:trace>
  <inkml:trace contextRef="#ctx0" brushRef="#br0" timeOffset="-189336.26">5680 17127 0,'17'0'16,"177"0"-1,0-17 1,212-54 0,-106 36-16,-35-18 15,617-106 1,-477 142-16,-105-36 15,335-18 1,0 53 0,-141 18-1,-300 18 1</inkml:trace>
  <inkml:trace contextRef="#ctx0" brushRef="#br0" timeOffset="-164089.7">2822 16880 0,'36'-17'32,"-19"-1"-17,36-17 1,-35 35 0,70-18-1,71 1 1,-18 17-1,-106 0 1,-17 0 0,-18 53-1,35 17-15,-17 1 16,17 123 0,35 35-1,-52-70 1,0-106-1</inkml:trace>
  <inkml:trace contextRef="#ctx0" brushRef="#br0" timeOffset="-163823.24">3475 16863 0,'53'0'16,"17"-18"-16,-193 36 0,299-36 15,-105 1-15,158-72 32,-141 54-17,-70 35 1,-71 18 15,-35 17-31</inkml:trace>
  <inkml:trace contextRef="#ctx0" brushRef="#br0" timeOffset="-163450.72">3739 17092 0,'0'0'0,"53"-35"15,-17 17 1,52-35 0,-53 36-1,18-36 1,-18 17 0,-17 19-16</inkml:trace>
  <inkml:trace contextRef="#ctx0" brushRef="#br0" timeOffset="-163203.02">4004 16528 0,'18'141'31,"-36"-282"-31,89 476 15,17-106 1,-18 0 0,-34-123-1,-36-88 1,0-1 0,-36-17-16</inkml:trace>
  <inkml:trace contextRef="#ctx0" brushRef="#br0" timeOffset="-162814.78">4039 17692 0,'53'159'31,"-106"-318"-31,230 494 15,-54-229 1,-88-106 0,1-18-1,17-52 1,-53-107 0,0 36-1,-89-35 1,1 105-1,71 71 1,-89 0 15,71 35-31,-54 54 16,89-54 15</inkml:trace>
  <inkml:trace contextRef="#ctx0" brushRef="#br0" timeOffset="-162338.58">4427 16616 0,'0'0'0,"36"0"16,-1 0-16,53 35 31,-17 0-15,-36 1-1,-17 70 1,-160 35-1,-104 88 1,52-53 0,141-123-1,141-53 17,53-17-17,0-1 1,0 0-1,0-17 1,-35-18 0,-71 18-1</inkml:trace>
  <inkml:trace contextRef="#ctx0" brushRef="#br0" timeOffset="-162122.12">4762 17057 0,'0'0'15,"18"0"-15,88-71 16,-18 54-1,0-1 1</inkml:trace>
  <inkml:trace contextRef="#ctx0" brushRef="#br0" timeOffset="-161889.89">4868 17110 0,'18'0'16,"53"0"0,-1-18-1,36 0 1,-53-34-1,-53 34 1,0 0 0,0 1-1</inkml:trace>
  <inkml:trace contextRef="#ctx0" brushRef="#br0" timeOffset="-161633">5045 16686 0,'35'106'15,"53"35"1,-17-35 0,-54 35-1,-17-88 1,-17 35-1,-36-17 1,18-36-16</inkml:trace>
  <inkml:trace contextRef="#ctx0" brushRef="#br0" timeOffset="-161352.95">4992 17498 0,'35'-18'16,"159"-35"0,-70-17-1,-54 17 1,-52 53 0,17 88 15,18 124-16,-53-1 1,0-140 0</inkml:trace>
  <inkml:trace contextRef="#ctx0" brushRef="#br0" timeOffset="-160513.83">5856 18045 0,'0'0'0,"-18"0"15,-281 70 17,-19 18-17,1 18 1,17-35 0,53-18-1,88-36 1,36-17-1,17-17 1,35-36 0,-52-18-1,35 36-15,35 0 16,-159-89 0,-53-70-1,36-35 1,88 17-1,88 89 1,53-18 0,53-18-1,70-141 1,36 0 0,-18 88-1,18 54 1,17 87-1,142 53 1,88 54 0,-248 34-1,72 1-15,-72 35 16,213 70 0,-195-88-16,18 36 15,106 52 1,-88-52-1,-124-54 1,-17-17 0,-54 71-1,1 17 1,-18 88 0,17 0-1,1-105 1,-18-36-1,0-35 1,0-18-16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45283" units="1/cm"/>
          <inkml:channelProperty channel="Y" name="resolution" value="37.24138" units="1/cm"/>
          <inkml:channelProperty channel="T" name="resolution" value="1" units="1/dev"/>
        </inkml:channelProperties>
      </inkml:inkSource>
      <inkml:timestamp xml:id="ts0" timeString="2025-11-17T01:58:58.3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16633 7620 0,'-70'0'16,"35"18"0,-124 52 15,124-35 0,-124 107 0,88-19-15,18-17 15,53-88-15,0 17 15,18-18-15,70 142-1,-35-88 1,71 35 15,-107-89-31,36 18 16,0-17-1,71 35 1,-89-53 0,35 0 15,36-71-15,-53 36 15,35-53-16,1-53 17,-89-18-1,0 106-15,-18-53-1,0 89 1,-70-89-1,-53 18 1,0-18 0,123 106-1,1 0 17,-72 0-1,-16 0-16,69 0 1,19 0 0,17 18-16</inkml:trace>
  <inkml:trace contextRef="#ctx0" brushRef="#br0" timeOffset="2489.3">15593 9878 0,'35'-18'16,"-70"36"-16,88-71 15,-106 53 48,-124 17-48,-17 19 1,-53-19 0,-17 1-1,-36 17 1,-35-17 0,0-18-1,88 53 1,88 17-1,-17 19 1,17 52 0,18-35-1,88-18 1,35-53-16,-52 36 16,34 87-1,1 19 1,35 70-1,-88 88 1,0 35 0,-1 18-1,89-53 1,0-35 0,-52 0-1,-72 18 1,54 34-1,17 1 1,35-53 0,18-88-1,0-54 1,18-87 0,-18 158-1,0-52-15,0-18 16,0 211-1,0-176-15,0-106 16,53 124 0,17-53-1,18 17 1,53 53 0,89 36-1,87 17 1,54-35-1,-19-106 1,-52-35 0,-53 0-1,177 53 1,34 35 0,283-53-1,-106-53 1,0-88-1,-300 0 1,159 0 0,-265 0-16,-70 0 15,229 17 1,-35 1 0,17-18-1,18 0 1,53-18-1,-141-52 1,0-36 0,53-35-1,-18-18 1,53 18 0,18-18-1,-124 1 1,-141 34-1,-53 1 1,71-54 0,17-123-1,-52 71 1,17-35-16,-35 52 16,-36-229-1,-70 265-15,-17-18 16,-71-124-1,-1-70 1,-34-124 0,35 71-1,17 71 1,-35 123 0,-17-53-1,-54 0 1,36-17-1,-35 35 1,17 88 0,-123-18 15,106 71-15,-1-88-1,-34 70 1,-1 18-1,71 88 1,-89 17 0,19 1-1,-89-53 1,-35-35 0,-159-1-1,212 36 1,-195-18-16,72 53 15,-301 0 1,459 53-16,36 0 16,-177 35-1,105-17 1,89-18 0,-17 35-1,-19 1 1,54 17-1,52-18 1,-105-17 15,0-1-15,-106 1 0,88-18-1,123 0 1,71 0-1,0 0-15,-35 0 16,-106 0 0,-106 17-1,18-17 1,123 0 0,106 0-1,1 0 1,16 0-1,-34 0 1,-1-17 0,54 17-1</inkml:trace>
  <inkml:trace contextRef="#ctx0" brushRef="#br0" timeOffset="26508.36">3087 5221 0,'-35'53'31,"-1"18"-15,19-36-16,-54 35 16,-141 89-1,89-88-15,-177 140 31,247-122-15</inkml:trace>
  <inkml:trace contextRef="#ctx0" brushRef="#br0" timeOffset="26866.27">2893 5733 0,'282'229'31,"-564"-458"-31,758 705 16,-335-247 0,-35-52-1,0-1 1,-89-123-1,1-53 1,-18-53 0</inkml:trace>
  <inkml:trace contextRef="#ctx0" brushRef="#br0" timeOffset="27114.26">3563 6103 0,'35'0'16,"-70"0"-16,141 0 15,-18-53 1,18 18-1,-36-18 1,-17 35 0,-35-17-1,17 17-15</inkml:trace>
  <inkml:trace contextRef="#ctx0" brushRef="#br0" timeOffset="27396.51">4057 5503 0,'0'141'31,"71"89"-15,-19 123-1,-52-36 1,0-158 0,0-89-1,0-52 1,-17-18-16</inkml:trace>
  <inkml:trace contextRef="#ctx0" brushRef="#br0" timeOffset="27842.35">3492 6791 0,'865'0'15,"-442"-35"16,-388 35-15,-88 123 31,-17 54-31,35-19-1,-1-52 1,19-88-1,-19 52 1,36-17 0,53 35-1,212 36 1,-89-89 0,36-17-1,-53-36 1,88-52-1,-71-54 1,-70-17 0</inkml:trace>
  <inkml:trace contextRef="#ctx0" brushRef="#br0" timeOffset="28202.08">5521 5556 0,'0'53'0,"0"-106"0,-18 406 31,1-212-15,-1-70 0,18-89 30,0-70-30</inkml:trace>
  <inkml:trace contextRef="#ctx0" brushRef="#br0" timeOffset="28763.45">5627 5574 0,'17'0'15,"1"0"1,35 0 0,0 0-1,-18 0 1,18 18 0,18 17-1,-54-18 1,107 72-1,-1 52 1,-17 17 0,-71-105-1,1 0 1,-36-35 15,-18-18 0,-53 35-15,19-17 0,-1-18-1,0 0 1,-18-35 0,-17-18-1,-53 0 1,17 17-1,54 36 1,52 0 0,1 0-1</inkml:trace>
  <inkml:trace contextRef="#ctx0" brushRef="#br0" timeOffset="29076.09">5786 6209 0,'158'0'16,"-316"0"-16,669 0 15,-264-35 1,-71 17 0,-87 0-1</inkml:trace>
  <inkml:trace contextRef="#ctx0" brushRef="#br0" timeOffset="29323.12">6350 6279 0,'0'36'15,"0"87"1,0 71 0,18-88-16,-18-71 15,0-17 1</inkml:trace>
  <inkml:trace contextRef="#ctx0" brushRef="#br0" timeOffset="29698.19">6050 6773 0,'0'0'16,"18"141"-1,35-17-15,17-1 16,36 36 0,-71-106-16,-17-53 15,35 0 1,-35 0-1,87 0 1,89 0 0,18-35-1,0-1 1,-18-34 0,-88 35-1,-71-1 1</inkml:trace>
  <inkml:trace contextRef="#ctx0" brushRef="#br0" timeOffset="31730.61">7885 7532 0,'-36'35'31,"1"0"-15,17-35-16,1 36 16,-36-1-1,18 18 1,-1 0 0,-17 35-1,-17 0 1,-18 18-1,-18-35 1,35-19 0,-17 19-1,0-18 1,-18 0 0,-17 0-1,17 0 1,-53-18-1,35 0 1,36-35 0,-53 18-1,0-18 1,-35 0 0,70-35-16,-18 17 15,-105 0 1,53 1-1,70 17 1,-159-53 0,-35-71 15,142 71-15,-89-52-1,176 105 1,-52-89-1,52 54 1,-193-88 0,17-1-1,-159-123 17,388 230-17,-140-72 16,-283-211 1,229 124-17,-106-212 17,160 123-17,-19-52 16,124 193-15,36 36-16,-1-106 31,89 53-15,52-71 0,18 36-1,88-36 1,18 36-1,36 0 1,-19 17 0,-52 35-1,0 19 1,70 52 0,547 0 15,-406 53-16,0-18 1,-211 18 0,17 0-16,600 71 31,-388 35-15,-211-36-16,211 89 31,-335-89-16,-1 36 1,19 88 0,-18 36-1,0-1 1,-36-53 0,-35 18-1,-35 88 1,0 89-1,0 105 1,0-17 0,-53-89-1,18-158 1,18-18 15,-19-71-15,36-70-16,-17 0 15,-19 18 1,19-36-16,-1 18 31</inkml:trace>
  <inkml:trace contextRef="#ctx0" brushRef="#br0" timeOffset="35129.8">4022 9137 0,'247'88'16,"70"-35"15,-88-35 0,-211-18 1</inkml:trace>
  <inkml:trace contextRef="#ctx0" brushRef="#br0" timeOffset="35435.07">3986 9631 0,'36'35'31,"17"-35"-15,0 0 0,17 0-1,71 0 17,-35-35-1,-88 35-16</inkml:trace>
  <inkml:trace contextRef="#ctx0" brushRef="#br0" timeOffset="35834.24">4233 9790 0,'0'0'0,"-17"123"15,175 89 17,-69-177-17,-72-35 16,-17-71 16,-35 1-31,17 17 0,18 35-1,-17 18 32</inkml:trace>
  <inkml:trace contextRef="#ctx0" brushRef="#br0" timeOffset="36129.85">4904 9313 0,'0'0'0,"0"141"15,17 71 1,19-36-1,-36 1 1,0-71 0,-36-53-1,19-36 1</inkml:trace>
  <inkml:trace contextRef="#ctx0" brushRef="#br0" timeOffset="36370.94">4939 9948 0,'70'-17'16,"-34"-1"-16,-142 53 0,265-88 15,-106 53-15,17 0 31,-35 0-15,-17 0 0</inkml:trace>
  <inkml:trace contextRef="#ctx0" brushRef="#br0" timeOffset="36929.62">4621 10354 0,'18'35'16,"-36"-70"-16,89 194 15,-71-106 1,0-18-1,0-17 1,18-18 15,-18-18-15,70-88 0,89 18-1,53 17 1,-36 18-1,-70 36 1,-106 87 31,-35 1-31,-36 35-1,18-53 1,0-36-16,-35 36 15,-36-17 1,36-36-16,18 0 16,-36-18-1,88 0 1</inkml:trace>
  <inkml:trace contextRef="#ctx0" brushRef="#br0" timeOffset="37338.37">5433 9349 0,'17'0'31,"36"0"-31,36 0 16,52 0 0,17 0-1,-34 0 1,-89 0-1,-35 70 17,-18 89-17,-52 17 1,-36 1 0,53-54-1,18-70 1</inkml:trace>
  <inkml:trace contextRef="#ctx0" brushRef="#br0" timeOffset="37554.05">5838 9825 0,'0'0'16,"53"35"0,88 53-1,-70 18 1,-18-35 0,-18-36-1,-35-17 1</inkml:trace>
  <inkml:trace contextRef="#ctx0" brushRef="#br0" timeOffset="37770.55">6103 9984 0,'53'-18'16,"-106"36"-16,265-124 15,-124 35-15,0 1 16,36-107 0,-36 36-1,-88 71 1,-18-1 0,-88 36-16</inkml:trace>
  <inkml:trace contextRef="#ctx0" brushRef="#br0" timeOffset="37973.93">6526 9437 0,'124'458'31,"-248"-916"-31,266 1163 16,-142-599-1,0 53 1,0-106-16,0-35 15,0-1 1</inkml:trace>
  <inkml:trace contextRef="#ctx0" brushRef="#br0" timeOffset="38323.24">6050 10672 0,'0'0'0,"0"35"32,35 124-17,1-89-15,122 195 32,-105-248-17,0-34 1,71-107-1,105-370 17,-141 265-17,-88 194 1,-17 35 15,-107 53-15,18 0-16,-17 35 15,-159 71 1</inkml:trace>
  <inkml:trace contextRef="#ctx0" brushRef="#br0" timeOffset="38671.87">3581 11007 0,'123'17'16,"-246"-34"-16,1128 105 15,18-71 1,-17-17 0,-177 36-1,-406-19 1,-335-17 0</inkml:trace>
  <inkml:trace contextRef="#ctx0" brushRef="#br0" timeOffset="38998.26">3457 11518 0,'759'-17'16,"-495"-36"-1,36 35-15,88 0 16,600-17-1,-88 35 1,-354 0 0,-316 0-1,-195 0-15</inkml:trace>
  <inkml:trace contextRef="#ctx0" brushRef="#br0" timeOffset="42677.48">1446 12912 0,'124'17'15,"-36"-17"1,-53 0 0,36 0-1,-36 0-15,18 0 16,141 0 0,0-35-1,-106 0 1</inkml:trace>
  <inkml:trace contextRef="#ctx0" brushRef="#br0" timeOffset="43083.21">1358 12894 0,'0'88'16,"0"18"0,0 123-1,0-140 1,53-19-1,53-88 17,370-193-1,-282 158 0,18 18-15</inkml:trace>
  <inkml:trace contextRef="#ctx0" brushRef="#br0" timeOffset="43370.66">2840 12400 0,'0'159'16,"0"158"15,0-140-31,0 246 16,0-264-1,-18 35 1,-52 106 15</inkml:trace>
  <inkml:trace contextRef="#ctx0" brushRef="#br0" timeOffset="43818.13">3140 12665 0,'17'35'16,"1"71"-16,-18 53 16,-53 176-1,35 0 1,-17-176 0,35-142-1</inkml:trace>
  <inkml:trace contextRef="#ctx0" brushRef="#br0" timeOffset="44085.41">2875 13582 0,'124'0'31,"-36"0"-15,35 0-1,-17 0 1,-35 0-1,-54 0 1,-17-18-16</inkml:trace>
  <inkml:trace contextRef="#ctx0" brushRef="#br0" timeOffset="44370.38">3404 13106 0,'18'0'32,"35"0"-17,-18 0 1,53-36-1,-17 36 1,-18-17 0,35 17-1,-35 0 1</inkml:trace>
  <inkml:trace contextRef="#ctx0" brushRef="#br0" timeOffset="44650.68">3492 13300 0,'36'35'15,"-72"-70"-15,142 123 16,-53-53-16,53-17 31,-71-18-15,1-18 0,17-52-1</inkml:trace>
  <inkml:trace contextRef="#ctx0" brushRef="#br0" timeOffset="45060.35">3404 13018 0,'0'88'16,"88"212"0,-52-142-16,-19 1 15,36 35 1,-53-53 0,0-53-1,36-52 1,-19-36-1,36-53 1,88-53 0,0 18-1,-52 35 1,-1 35 0,-71 1-1,19 17 1</inkml:trace>
  <inkml:trace contextRef="#ctx0" brushRef="#br0" timeOffset="45307.09">3969 14076 0,'0'0'0,"0"106"16,53 0 0,-36-71-1,-17-18 1</inkml:trace>
  <inkml:trace contextRef="#ctx0" brushRef="#br0" timeOffset="45586.18">3757 14517 0,'71'17'31,"-54"19"-31,-105-89 0,212 106 16,-19 0-1,-52-53 1,0 0 0,53-106-1,53-106 1,-18-35 0,-106 159-1,-17 17 1</inkml:trace>
  <inkml:trace contextRef="#ctx0" brushRef="#br0" timeOffset="46043.64">4039 14922 0,'18'0'31,"-36"0"-31,71 18 16,35-18 0,-17 18-1,-18-18 1,-35-18 0,-1-17-1,-17 17 1,0 1-1,0-1 1,18 18 0,-18 106-1,-53 123 1,35-17 0,18-142-1,53-123 1</inkml:trace>
  <inkml:trace contextRef="#ctx0" brushRef="#br0" timeOffset="46582.06">4868 12876 0,'0'0'0,"212"124"31,53 70-15,-142-88 0,-52 52 15,-442 125 0,-105 193 0,441-264 1,35-177-17,0-17 1,17-18 0,19 0-1,228-71 1,-176 18-1</inkml:trace>
  <inkml:trace contextRef="#ctx0" brushRef="#br0" timeOffset="46822.35">5115 13864 0,'0'0'0,"406"0"63,-265 0-47,-176 0 46</inkml:trace>
  <inkml:trace contextRef="#ctx0" brushRef="#br0" timeOffset="47082.25">5486 14005 0,'0'0'0,"70"36"16,18-36 15,89 0-15,17-71 15,-177 36-16</inkml:trace>
  <inkml:trace contextRef="#ctx0" brushRef="#br0" timeOffset="47290.25">6015 13511 0,'0'36'15,"0"546"17,-53-247-17,18-71 17,35-246-1</inkml:trace>
  <inkml:trace contextRef="#ctx0" brushRef="#br0" timeOffset="47618.47">5768 14781 0,'-106'36'16,"-17"17"-16,352-142 0,-564 248 15,247-88-15,17 123 32,124-124-17,53-34 1,-18-36 0,71-53-1,-36-36 1,-88 19-1,-17-1 1</inkml:trace>
  <inkml:trace contextRef="#ctx0" brushRef="#br0" timeOffset="48098.54">1411 15222 0,'0'0'0,"512"124"16,775 17 0,371 35-1,1570-52 16,-2452-107-15,-511 19 0,-247-36-16</inkml:trace>
  <inkml:trace contextRef="#ctx0" brushRef="#br0" timeOffset="59802.87">7479 12841 0,'-18'0'32,"-105"0"-17,-89 18 1,-441 17 0,124-35-16,141-18 15,-406-35 1,495 53-16,-107-17 31,388 17-15,1 0-1,-36 0 1,-71 0 0,71 0-1,-158-124 1,105 71-1,0 18 1,-141-18 0,-123-17-1,-71-1 1,141 36 0,159 35-1,70 0 1,-229 17-1,-52 107 1,87 17 0,212-106-1,53 18 63,0 124-62,0 87 0,35 89-1,106 17 1,-70-176 0,0 1-16,140 475 31,-87-123-16,-89-300-15,0-36 16,89 89 0,-54-176-1,-17-124 1,0 17 0,141 1-1,265-18 1,352-35-1,336-89 1,317-35 0,-53 106-1,-247 18 1,-635 0 0,53 35-1,-423 0-15,-124 0 16,-35-18 46,-17-17-30,-142-141-17,-229-318 1,-124-406-1,107 124 1,211 406 0,35 70-1,-71 53 1,-140 70 0,35 107-1,211 52 1,1 18-1,70 0-15,-17 0 16,-407 0 0,19 35-16,-1430 212 31,777-35-15,511 17-1,54-17 1,-372 53-16</inkml:trace>
  <inkml:trace contextRef="#ctx0" brushRef="#br0" timeOffset="64889.31">7126 4639 0,'-35'0'47,"-142"0"-32,-369 18 1,-477 35 0,-283-53-1,266 0 1,510-18 0,248 18-1,71 0 1,-89 53-1,-106-18 17,353-17-17,35-18 1,18 17 140,0 89-125,0 247-15,53 723 15,-17-688-15,-36 0 0,-71 406 15,1-371-16,-495 882 1,371-899 0,-18 529-1,230-335 1,70-300 0,265 776-1,-247-741 1,-141 370-1,-89-299 1,36-36 0,88-70-1,0-88 1,18-142 0,-18 1-1,0-36 1,0 1-1,0 17 1,0-36 0,0 18 15,123 212-15,71 106-1,0-71 1,-106-246-1,-35-36 1,176-89 0,177-69-1,106 52 1,-18 88 0,70 18-1,18 0 1,-53 0-1,-264 35 1,-1 1-16,-70 17 16,142 0-1,-142 17-15,-18-35 16,106 18 0,18-17-1,-194-36-15,123 0 31,1 17-15,16 19 0,-122-19-1,-89-17 1,71 0 31,159 0-32,17 0 1,-88 0 0,-106-35-1,106-71 1,-176 88 0,-1-17-1,1 0-15,-18-71 16,-88-547-1,-71-52-15,-35-107 16,-212-299 0,318 811-16,35 89 15,-35-336 1,35-1129 0,-176-1111-1,35 0 1,159 1006-1,140 1110 1,-34 425 0,-71 175-1,-35 106 173,17-35-173,-17 18 17,-230 105-17,-776 160 1,-475 105 0,87-36-1,247-69 1,177-1-1,458-88 1,300-88 0,212-106-1,-1 0-15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22096-0F3F-2ADE-FE0A-44F673582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9443A5-F234-7DE1-639B-023427FF6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5D7EE1-889F-7CDA-1FCD-1E1187B2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51C4-4C1B-4525-B86E-CC436D75678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D9C84-DB19-BEF3-93B6-06AB627B7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404C94-8C92-2591-F348-2AEEA27B0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FBB4-BF19-4771-9DA1-9A2505D85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57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AA30E-70A0-871B-8E7B-8F2CA6C0A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46F241-307E-1B72-9146-7285E5BA7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D3FFFB-9794-3DE1-F1F4-970B46D4C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51C4-4C1B-4525-B86E-CC436D75678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47C59A-AD94-C6B6-58E1-618E41ED8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92757C-91F7-1B7F-0599-B72D1753D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FBB4-BF19-4771-9DA1-9A2505D85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67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F9F1B-F19E-DF97-E871-768CCA258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30980-D437-A4D3-938A-8E11854E1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2A7B63-3EF8-5561-AEE1-63A7428B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51C4-4C1B-4525-B86E-CC436D75678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76D1FB-3547-010E-C569-FDCF02ABE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B47745-436C-8A08-07E0-1EB55D6E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FBB4-BF19-4771-9DA1-9A2505D85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488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1EA1A-77D2-E588-E0DA-030E1F9D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F4889B-8A35-AC72-CF1F-DC7FD3D14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02EBB4-1ADA-6DC1-BEC1-1C4A4ECC6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56348-0CE6-6691-DD61-ACDEF66A1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51C4-4C1B-4525-B86E-CC436D75678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2A550A-F1DC-3537-37F3-C523F5A5E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86B6A2-F8FB-2691-C8A4-4AD129761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FBB4-BF19-4771-9DA1-9A2505D85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92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A7C39-63DD-0821-AF80-B742323FE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25BFC9-4B9C-37A9-B254-569CEF476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0814A1-1B09-B1A2-47FB-8C07790CA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89F30C-C5B2-B6CB-08D8-68C6E846D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6E1955-744A-3FB9-316E-9BEFCEF60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412E40-ED19-FCAD-B08B-DB55776C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51C4-4C1B-4525-B86E-CC436D75678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23D04C4-1277-67A3-04AD-31E8F96CD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D2EB65-C381-EF6E-E16B-12CBEF1C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FBB4-BF19-4771-9DA1-9A2505D85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25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E5E65-5445-8764-02C5-765A15BE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326844-19E7-3072-46F9-3AFABD10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51C4-4C1B-4525-B86E-CC436D75678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60678D-5721-B916-EBF6-3FE416B5B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5BC752-9804-4FF1-86E0-A3F50262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FBB4-BF19-4771-9DA1-9A2505D85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261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66C035-A19F-87F8-42C8-A3ACCB8D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51C4-4C1B-4525-B86E-CC436D75678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9AC1F79-1100-BA38-9E28-807AA314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E9C3BC-5669-5B66-B077-8E12752C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FBB4-BF19-4771-9DA1-9A2505D85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180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32F332-7856-8F78-0473-A2D78A1C8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36C7C0-BA7F-35B3-74D1-744B7A7CE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B1F157-0504-0F34-D5C6-BC4C13621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BD1A58-DCBA-7478-D2CC-DC42D3CB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51C4-4C1B-4525-B86E-CC436D75678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19FC05-46D1-1106-1BD2-31DF4ECF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3D1007-6806-3268-407A-5B1551E4A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FBB4-BF19-4771-9DA1-9A2505D85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048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F0CE1-47A2-517B-042D-8F6D1D2E8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6A8BA61-7D10-7F4B-069E-5D8C73F59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545164-8448-32A5-FFBB-FB3FFE4F5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9FD5FB-8A05-8FDB-1602-731BEF084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51C4-4C1B-4525-B86E-CC436D75678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37749E-6336-0916-0A67-48D46EA55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D04C5B-B7B6-724C-39D1-BA12F6E67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FBB4-BF19-4771-9DA1-9A2505D85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402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12ECA-D23C-029E-2F1A-FB7A09BA5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DDA5CF-FD83-066C-3A5E-2060CA549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DAD931-F07B-330F-F14A-6209D9346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51C4-4C1B-4525-B86E-CC436D75678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C6FB9B-4B36-D726-FE46-C54D71DA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2C111A-B564-B00F-EFC0-BC84A1D82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FBB4-BF19-4771-9DA1-9A2505D85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476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2D6682-81B4-0A8D-75A2-9EE73993D9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64E660-D5F7-0CBC-798C-BB433A514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48620F-95D2-3647-CCCB-2409A899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51C4-4C1B-4525-B86E-CC436D75678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8DAAF6-9DBA-53DF-04E9-7564CEDA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352EA-7EA0-E0C6-8453-B6B6F168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FBB4-BF19-4771-9DA1-9A2505D85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7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D4B06DE-371A-9EF6-11A9-B722816AB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733901-B4C4-2951-1DA0-827AA206C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0A130C-25DA-5AFA-B1FB-4B4046865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551C4-4C1B-4525-B86E-CC436D75678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3822D-C953-BDA5-2B2B-E617CB99D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0D4446-74FC-5708-8470-F2802942C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FBFBB4-BF19-4771-9DA1-9A2505D85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43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customXml" Target="../ink/ink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0EE56-6414-FF47-1CE6-D7792D04CF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데이터의 함정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553D36-EF4B-3FF0-B21F-FE8411846D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분석으로 사기치는 방법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서정욱 </a:t>
            </a:r>
            <a:r>
              <a:rPr lang="ko-KR" altLang="en-US" dirty="0" err="1"/>
              <a:t>튜터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2118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59055-EE1A-AA20-34BE-F63619243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52811-5CA0-AB95-E61B-44D7D0F25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6031"/>
            <a:ext cx="9144000" cy="1085262"/>
          </a:xfrm>
        </p:spPr>
        <p:txBody>
          <a:bodyPr/>
          <a:lstStyle/>
          <a:p>
            <a:r>
              <a:rPr lang="ko-KR" altLang="en-US" dirty="0"/>
              <a:t>실제 사례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485B53-CCF0-C913-1229-D50E6712A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0306" y="7167170"/>
            <a:ext cx="9144000" cy="1655762"/>
          </a:xfrm>
        </p:spPr>
        <p:txBody>
          <a:bodyPr>
            <a:normAutofit/>
          </a:bodyPr>
          <a:lstStyle/>
          <a:p>
            <a:r>
              <a:rPr lang="ko-KR" altLang="en-US"/>
              <a:t>ㅁ</a:t>
            </a:r>
            <a:endParaRPr lang="en-US" altLang="ko-KR" dirty="0"/>
          </a:p>
        </p:txBody>
      </p:sp>
      <p:pic>
        <p:nvPicPr>
          <p:cNvPr id="1026" name="Picture 2" descr="챌린저' 참사 30년, 그들이 남긴 것들 | 한국일보">
            <a:extLst>
              <a:ext uri="{FF2B5EF4-FFF2-40B4-BE49-F238E27FC236}">
                <a16:creationId xmlns:a16="http://schemas.microsoft.com/office/drawing/2014/main" id="{D83EC484-24F6-C3B4-4B47-983E0BFAF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373" y="1428109"/>
            <a:ext cx="6938480" cy="520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9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9E318-A381-B193-5166-D221F1B1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523EF-FB60-F43E-B678-49EC6CFDB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6031"/>
            <a:ext cx="9144000" cy="1085262"/>
          </a:xfrm>
        </p:spPr>
        <p:txBody>
          <a:bodyPr/>
          <a:lstStyle/>
          <a:p>
            <a:r>
              <a:rPr lang="ko-KR" altLang="en-US" dirty="0"/>
              <a:t>우주왕복선 </a:t>
            </a:r>
            <a:r>
              <a:rPr lang="en-US" altLang="ko-KR" dirty="0"/>
              <a:t>- </a:t>
            </a:r>
            <a:r>
              <a:rPr lang="ko-KR" altLang="en-US" dirty="0"/>
              <a:t>챌린저호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29CB7E-8AEC-49EE-70C4-04BED4667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2059" y="3514287"/>
            <a:ext cx="4054867" cy="1655762"/>
          </a:xfrm>
        </p:spPr>
        <p:txBody>
          <a:bodyPr>
            <a:normAutofit/>
          </a:bodyPr>
          <a:lstStyle/>
          <a:p>
            <a:r>
              <a:rPr lang="en-US" altLang="ko-KR" dirty="0"/>
              <a:t>1986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28</a:t>
            </a:r>
            <a:r>
              <a:rPr lang="ko-KR" altLang="en-US" dirty="0"/>
              <a:t>일 발사</a:t>
            </a:r>
            <a:endParaRPr lang="en-US" altLang="ko-KR" dirty="0"/>
          </a:p>
        </p:txBody>
      </p:sp>
      <p:pic>
        <p:nvPicPr>
          <p:cNvPr id="1026" name="Picture 2" descr="챌린저' 참사 30년, 그들이 남긴 것들 | 한국일보">
            <a:extLst>
              <a:ext uri="{FF2B5EF4-FFF2-40B4-BE49-F238E27FC236}">
                <a16:creationId xmlns:a16="http://schemas.microsoft.com/office/drawing/2014/main" id="{961E9AAE-C9E8-1646-EACE-EE58B08C1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09" y="1370369"/>
            <a:ext cx="6938480" cy="520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235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56CFB-A431-8343-EE87-4A7D2291B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BBF83B-A616-C7F0-5DB5-7704911BB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6031"/>
            <a:ext cx="9144000" cy="1085262"/>
          </a:xfrm>
        </p:spPr>
        <p:txBody>
          <a:bodyPr/>
          <a:lstStyle/>
          <a:p>
            <a:r>
              <a:rPr lang="ko-KR" altLang="en-US" dirty="0"/>
              <a:t>우주왕복선 </a:t>
            </a:r>
            <a:r>
              <a:rPr lang="en-US" altLang="ko-KR" dirty="0"/>
              <a:t>- </a:t>
            </a:r>
            <a:r>
              <a:rPr lang="ko-KR" altLang="en-US" dirty="0"/>
              <a:t>챌린저호</a:t>
            </a:r>
          </a:p>
        </p:txBody>
      </p:sp>
      <p:pic>
        <p:nvPicPr>
          <p:cNvPr id="2050" name="Picture 2" descr="챌린저 우주왕복선 폭발 사고 - 위키백과, 우리 모두의 백과사전">
            <a:extLst>
              <a:ext uri="{FF2B5EF4-FFF2-40B4-BE49-F238E27FC236}">
                <a16:creationId xmlns:a16="http://schemas.microsoft.com/office/drawing/2014/main" id="{B793446F-55F7-FF74-C226-104B65EB9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19" y="1440095"/>
            <a:ext cx="6489842" cy="519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부제목 4">
            <a:extLst>
              <a:ext uri="{FF2B5EF4-FFF2-40B4-BE49-F238E27FC236}">
                <a16:creationId xmlns:a16="http://schemas.microsoft.com/office/drawing/2014/main" id="{8CFC5D07-329D-87D2-5BD7-E6BCAE4EB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9721" y="1727773"/>
            <a:ext cx="4558301" cy="439562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앞줄 왼쪽부터 </a:t>
            </a:r>
            <a:r>
              <a:rPr lang="en-US" altLang="ko-KR" dirty="0"/>
              <a:t>–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마이클 </a:t>
            </a:r>
            <a:r>
              <a:rPr lang="en-US" altLang="ko-KR" dirty="0"/>
              <a:t>J. </a:t>
            </a:r>
            <a:r>
              <a:rPr lang="ko-KR" altLang="en-US" dirty="0"/>
              <a:t>스미스</a:t>
            </a:r>
            <a:r>
              <a:rPr lang="en-US" altLang="ko-KR" dirty="0"/>
              <a:t>(40, 1) – </a:t>
            </a:r>
            <a:r>
              <a:rPr lang="ko-KR" altLang="en-US" dirty="0"/>
              <a:t>조종사</a:t>
            </a:r>
            <a:r>
              <a:rPr lang="en-US" altLang="ko-KR" dirty="0"/>
              <a:t>. </a:t>
            </a:r>
            <a:r>
              <a:rPr lang="ko-KR" altLang="en-US" dirty="0"/>
              <a:t>공군 중령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프랜시스 </a:t>
            </a:r>
            <a:r>
              <a:rPr lang="ko-KR" altLang="en-US" dirty="0" err="1"/>
              <a:t>스코비</a:t>
            </a:r>
            <a:r>
              <a:rPr lang="en-US" altLang="ko-KR" dirty="0"/>
              <a:t>(46, 2) – </a:t>
            </a:r>
            <a:r>
              <a:rPr lang="ko-KR" altLang="en-US" dirty="0"/>
              <a:t>선장</a:t>
            </a:r>
            <a:r>
              <a:rPr lang="en-US" altLang="ko-KR" dirty="0"/>
              <a:t>. </a:t>
            </a:r>
            <a:r>
              <a:rPr lang="ko-KR" altLang="en-US" dirty="0"/>
              <a:t>해군 대령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로널드 </a:t>
            </a:r>
            <a:r>
              <a:rPr lang="ko-KR" altLang="en-US" dirty="0" err="1"/>
              <a:t>맥네어</a:t>
            </a:r>
            <a:r>
              <a:rPr lang="en-US" altLang="ko-KR" dirty="0"/>
              <a:t>(35, 2) – </a:t>
            </a:r>
            <a:r>
              <a:rPr lang="ko-KR" altLang="en-US" dirty="0"/>
              <a:t>탑승 운용 기술자</a:t>
            </a:r>
            <a:r>
              <a:rPr lang="en-US" altLang="ko-KR" dirty="0"/>
              <a:t>. </a:t>
            </a:r>
            <a:r>
              <a:rPr lang="ko-KR" altLang="en-US" dirty="0"/>
              <a:t>물리학자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뒷줄 왼쪽부터 </a:t>
            </a:r>
            <a:r>
              <a:rPr lang="en-US" altLang="ko-KR" dirty="0"/>
              <a:t>-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엘리슨</a:t>
            </a:r>
            <a:r>
              <a:rPr lang="ko-KR" altLang="en-US" dirty="0"/>
              <a:t> </a:t>
            </a:r>
            <a:r>
              <a:rPr lang="ko-KR" altLang="en-US" dirty="0" err="1"/>
              <a:t>오니즈카</a:t>
            </a:r>
            <a:r>
              <a:rPr lang="en-US" altLang="ko-KR" dirty="0"/>
              <a:t>(39, 2) - </a:t>
            </a:r>
            <a:r>
              <a:rPr lang="ko-KR" altLang="en-US" dirty="0"/>
              <a:t>탑승 운용 기술자</a:t>
            </a:r>
            <a:r>
              <a:rPr lang="en-US" altLang="ko-KR" dirty="0"/>
              <a:t>. </a:t>
            </a:r>
            <a:r>
              <a:rPr lang="ko-KR" altLang="en-US" dirty="0"/>
              <a:t>공군 중령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b="1" dirty="0">
                <a:solidFill>
                  <a:srgbClr val="002060"/>
                </a:solidFill>
              </a:rPr>
              <a:t>크리스타 </a:t>
            </a:r>
            <a:r>
              <a:rPr lang="ko-KR" altLang="en-US" b="1" dirty="0" err="1">
                <a:solidFill>
                  <a:srgbClr val="002060"/>
                </a:solidFill>
              </a:rPr>
              <a:t>매콜리프</a:t>
            </a:r>
            <a:r>
              <a:rPr lang="en-US" altLang="ko-KR" b="1" dirty="0">
                <a:solidFill>
                  <a:srgbClr val="002060"/>
                </a:solidFill>
              </a:rPr>
              <a:t>(37, 1) - </a:t>
            </a:r>
            <a:r>
              <a:rPr lang="ko-KR" altLang="en-US" b="1" dirty="0">
                <a:solidFill>
                  <a:srgbClr val="002060"/>
                </a:solidFill>
              </a:rPr>
              <a:t>탑승 과학 기술자 겸 우주비행 참가자</a:t>
            </a:r>
            <a:r>
              <a:rPr lang="en-US" altLang="ko-KR" b="1" dirty="0">
                <a:solidFill>
                  <a:srgbClr val="002060"/>
                </a:solidFill>
              </a:rPr>
              <a:t>. </a:t>
            </a:r>
            <a:r>
              <a:rPr lang="ko-KR" altLang="en-US" b="1" dirty="0">
                <a:solidFill>
                  <a:srgbClr val="002060"/>
                </a:solidFill>
              </a:rPr>
              <a:t>교사</a:t>
            </a:r>
            <a:r>
              <a:rPr lang="en-US" altLang="ko-KR" b="1" dirty="0">
                <a:solidFill>
                  <a:srgbClr val="002060"/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그레고리 </a:t>
            </a:r>
            <a:r>
              <a:rPr lang="ko-KR" altLang="en-US" dirty="0" err="1"/>
              <a:t>자비스</a:t>
            </a:r>
            <a:r>
              <a:rPr lang="en-US" altLang="ko-KR" dirty="0"/>
              <a:t>(41, 1) - </a:t>
            </a:r>
            <a:r>
              <a:rPr lang="ko-KR" altLang="en-US" dirty="0"/>
              <a:t>탑승 과학 기술자</a:t>
            </a:r>
            <a:r>
              <a:rPr lang="en-US" altLang="ko-KR" dirty="0"/>
              <a:t>. </a:t>
            </a:r>
            <a:r>
              <a:rPr lang="ko-KR" altLang="en-US" dirty="0"/>
              <a:t>공군 대위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주디스</a:t>
            </a:r>
            <a:r>
              <a:rPr lang="ko-KR" altLang="en-US" dirty="0"/>
              <a:t> </a:t>
            </a:r>
            <a:r>
              <a:rPr lang="ko-KR" altLang="en-US" dirty="0" err="1"/>
              <a:t>레스닉</a:t>
            </a:r>
            <a:r>
              <a:rPr lang="en-US" altLang="ko-KR" dirty="0"/>
              <a:t>(36, 2) - </a:t>
            </a:r>
            <a:r>
              <a:rPr lang="ko-KR" altLang="en-US" dirty="0"/>
              <a:t>탑승 운용 기술자</a:t>
            </a:r>
            <a:r>
              <a:rPr lang="en-US" altLang="ko-KR" dirty="0"/>
              <a:t>. </a:t>
            </a:r>
            <a:r>
              <a:rPr lang="ko-KR" altLang="en-US" dirty="0"/>
              <a:t>기술자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1159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0A0F6-394D-8293-E4C3-BB4DA2020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F04F25-90D1-55E7-FE5C-DB0DBE2F0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477" y="226031"/>
            <a:ext cx="11474707" cy="1085262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많은 미국인이 </a:t>
            </a:r>
            <a:r>
              <a:rPr lang="ko-KR" altLang="en-US"/>
              <a:t>관심을 가졌던 이벤트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69083F-EB34-565B-DB87-C57B177C1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535" y="1311293"/>
            <a:ext cx="5536716" cy="30603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00055F4-237A-E909-A349-33CC6C8C3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45" y="2424149"/>
            <a:ext cx="5796523" cy="32388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5E6A74E-51A2-46EA-D07A-722AA6E0E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466" y="3571609"/>
            <a:ext cx="2875195" cy="306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13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CDA46-DC29-EF52-6E14-C8563F3AB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897968-3A27-FF89-24AC-C48898AD5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477" y="226031"/>
            <a:ext cx="11474707" cy="1085262"/>
          </a:xfrm>
        </p:spPr>
        <p:txBody>
          <a:bodyPr>
            <a:normAutofit/>
          </a:bodyPr>
          <a:lstStyle/>
          <a:p>
            <a:r>
              <a:rPr lang="ko-KR" altLang="en-US" dirty="0"/>
              <a:t>발사가 쉽지 않았음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28A9A2-C131-13A2-553F-7E22E610E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4679" y="1720474"/>
            <a:ext cx="9842642" cy="4670052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처음 예정은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22</a:t>
            </a:r>
            <a:r>
              <a:rPr lang="ko-KR" altLang="en-US" dirty="0"/>
              <a:t>일이었으나 다른 발사</a:t>
            </a:r>
            <a:r>
              <a:rPr lang="en-US" altLang="ko-KR" dirty="0"/>
              <a:t>(STS-61-C)</a:t>
            </a:r>
            <a:r>
              <a:rPr lang="ko-KR" altLang="en-US" dirty="0"/>
              <a:t>로 인해 </a:t>
            </a:r>
            <a:r>
              <a:rPr lang="en-US" altLang="ko-KR" dirty="0"/>
              <a:t>23</a:t>
            </a:r>
            <a:r>
              <a:rPr lang="ko-KR" altLang="en-US" dirty="0"/>
              <a:t>일로</a:t>
            </a:r>
            <a:r>
              <a:rPr lang="en-US" altLang="ko-KR" dirty="0"/>
              <a:t>, </a:t>
            </a:r>
            <a:r>
              <a:rPr lang="ko-KR" altLang="en-US" dirty="0"/>
              <a:t>다시 </a:t>
            </a:r>
            <a:r>
              <a:rPr lang="en-US" altLang="ko-KR" dirty="0"/>
              <a:t>24</a:t>
            </a:r>
            <a:r>
              <a:rPr lang="ko-KR" altLang="en-US" dirty="0"/>
              <a:t>일로 연기되었다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이어서 착륙 예정지의 악천후로 인하여 </a:t>
            </a:r>
            <a:r>
              <a:rPr lang="en-US" altLang="ko-KR" dirty="0"/>
              <a:t>25</a:t>
            </a:r>
            <a:r>
              <a:rPr lang="ko-KR" altLang="en-US" dirty="0"/>
              <a:t>일로 연기되었다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 발사 기지</a:t>
            </a:r>
            <a:r>
              <a:rPr lang="en-US" altLang="ko-KR" dirty="0"/>
              <a:t>(</a:t>
            </a:r>
            <a:r>
              <a:rPr lang="ko-KR" altLang="en-US" dirty="0"/>
              <a:t>케네디 우주센터</a:t>
            </a:r>
            <a:r>
              <a:rPr lang="en-US" altLang="ko-KR" dirty="0"/>
              <a:t>)</a:t>
            </a:r>
            <a:r>
              <a:rPr lang="ko-KR" altLang="en-US" dirty="0"/>
              <a:t>의 악천후로 인해 </a:t>
            </a:r>
            <a:r>
              <a:rPr lang="en-US" altLang="ko-KR" dirty="0"/>
              <a:t>27</a:t>
            </a:r>
            <a:r>
              <a:rPr lang="ko-KR" altLang="en-US" dirty="0"/>
              <a:t>일 </a:t>
            </a:r>
            <a:r>
              <a:rPr lang="en-US" altLang="ko-KR" dirty="0"/>
              <a:t>9</a:t>
            </a:r>
            <a:r>
              <a:rPr lang="ko-KR" altLang="en-US" dirty="0"/>
              <a:t>시 </a:t>
            </a:r>
            <a:r>
              <a:rPr lang="en-US" altLang="ko-KR" dirty="0"/>
              <a:t>53</a:t>
            </a:r>
            <a:r>
              <a:rPr lang="ko-KR" altLang="en-US" dirty="0"/>
              <a:t>분으로 다시 정해졌다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챌린저 호 본체의 추가 정비가 </a:t>
            </a:r>
            <a:r>
              <a:rPr lang="ko-KR" altLang="en-US" dirty="0" err="1"/>
              <a:t>필요해져</a:t>
            </a:r>
            <a:r>
              <a:rPr lang="ko-KR" altLang="en-US" dirty="0"/>
              <a:t> 결국 발사는 </a:t>
            </a:r>
            <a:r>
              <a:rPr lang="en-US" altLang="ko-KR" dirty="0"/>
              <a:t>28</a:t>
            </a:r>
            <a:r>
              <a:rPr lang="ko-KR" altLang="en-US" dirty="0"/>
              <a:t>일로 미뤄진다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전문가들은 </a:t>
            </a:r>
            <a:r>
              <a:rPr lang="en-US" altLang="ko-KR" dirty="0"/>
              <a:t>28</a:t>
            </a:r>
            <a:r>
              <a:rPr lang="ko-KR" altLang="en-US" dirty="0"/>
              <a:t>일에도 날씨가 너무 추워서 연기해야 한다고 했으나 </a:t>
            </a:r>
            <a:r>
              <a:rPr lang="en-US" altLang="ko-KR" dirty="0"/>
              <a:t>NASA</a:t>
            </a:r>
            <a:r>
              <a:rPr lang="ko-KR" altLang="en-US" dirty="0"/>
              <a:t>는 더 미룰 수 없다면서 예정대로 </a:t>
            </a:r>
            <a:r>
              <a:rPr lang="ko-KR" altLang="en-US" dirty="0" err="1"/>
              <a:t>발사시킨다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8408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72941-FDA2-F0BC-6C9B-87DD8E984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C3BCDC-10C6-CA86-720D-96292CCC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477" y="226031"/>
            <a:ext cx="11474707" cy="1085262"/>
          </a:xfrm>
        </p:spPr>
        <p:txBody>
          <a:bodyPr>
            <a:normAutofit/>
          </a:bodyPr>
          <a:lstStyle/>
          <a:p>
            <a:r>
              <a:rPr lang="en-US" altLang="ko-KR" dirty="0"/>
              <a:t>27</a:t>
            </a:r>
            <a:r>
              <a:rPr lang="ko-KR" altLang="en-US" dirty="0"/>
              <a:t>일 밤의 상황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E0B1EFEC-4CD4-2EEB-07E1-7718E5FF6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0870" y="5202238"/>
            <a:ext cx="3985304" cy="1655762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/>
              <a:t>모턴 </a:t>
            </a:r>
            <a:r>
              <a:rPr lang="ko-KR" altLang="en-US" dirty="0" err="1"/>
              <a:t>사이어콜</a:t>
            </a:r>
            <a:r>
              <a:rPr lang="en-US" altLang="ko-KR" dirty="0"/>
              <a:t>(</a:t>
            </a:r>
            <a:r>
              <a:rPr lang="ko-KR" altLang="en-US" dirty="0" err="1"/>
              <a:t>로켓추진체제작</a:t>
            </a:r>
            <a:r>
              <a:rPr lang="en-US" altLang="ko-KR" dirty="0"/>
              <a:t>)</a:t>
            </a:r>
            <a:r>
              <a:rPr lang="ko-KR" altLang="en-US" dirty="0"/>
              <a:t>측의 로버트 </a:t>
            </a:r>
            <a:r>
              <a:rPr lang="ko-KR" altLang="en-US" dirty="0" err="1"/>
              <a:t>이블링</a:t>
            </a:r>
            <a:r>
              <a:rPr lang="en-US" altLang="ko-KR" dirty="0"/>
              <a:t>(Robert Ebeling)</a:t>
            </a:r>
            <a:r>
              <a:rPr lang="ko-KR" altLang="en-US" dirty="0"/>
              <a:t>이 온도와 </a:t>
            </a:r>
            <a:r>
              <a:rPr lang="en-US" altLang="ko-KR" dirty="0"/>
              <a:t>O-ring</a:t>
            </a:r>
            <a:r>
              <a:rPr lang="ko-KR" altLang="en-US" dirty="0"/>
              <a:t>의 문제에 대해 언급</a:t>
            </a:r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이전 실험에서 화씨 </a:t>
            </a:r>
            <a:r>
              <a:rPr lang="en-US" altLang="ko-KR" dirty="0"/>
              <a:t>53</a:t>
            </a:r>
            <a:r>
              <a:rPr lang="ko-KR" altLang="en-US" dirty="0"/>
              <a:t>도</a:t>
            </a:r>
            <a:r>
              <a:rPr lang="en-US" altLang="ko-KR" dirty="0"/>
              <a:t>(=</a:t>
            </a:r>
            <a:r>
              <a:rPr lang="ko-KR" altLang="en-US" dirty="0"/>
              <a:t>섭씨 </a:t>
            </a:r>
            <a:r>
              <a:rPr lang="en-US" altLang="ko-KR" dirty="0"/>
              <a:t>12.2)</a:t>
            </a:r>
            <a:r>
              <a:rPr lang="ko-KR" altLang="en-US" dirty="0"/>
              <a:t> 아래의 온도에서는 진행</a:t>
            </a:r>
            <a:r>
              <a:rPr lang="en-US" altLang="ko-KR" dirty="0"/>
              <a:t>X</a:t>
            </a:r>
            <a:endParaRPr lang="ko-KR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E120D66-D80E-8320-20D8-85A2677A8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458" y="1311293"/>
            <a:ext cx="2806129" cy="374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" descr="생성된 이미지">
            <a:extLst>
              <a:ext uri="{FF2B5EF4-FFF2-40B4-BE49-F238E27FC236}">
                <a16:creationId xmlns:a16="http://schemas.microsoft.com/office/drawing/2014/main" id="{8D9B7A24-54DF-DD6F-73CA-CED2805AB0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" name="그림 9" descr="실내, 사람, 의류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75E123-B36F-9C18-9C99-9AB1F79D7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41" y="1370745"/>
            <a:ext cx="7345594" cy="489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92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C669-FB84-409A-DCB6-349C6A719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67375-1A74-210B-CA03-133DA9310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319" y="257659"/>
            <a:ext cx="10438544" cy="1094063"/>
          </a:xfrm>
        </p:spPr>
        <p:txBody>
          <a:bodyPr>
            <a:normAutofit/>
          </a:bodyPr>
          <a:lstStyle/>
          <a:p>
            <a:r>
              <a:rPr lang="en-US" altLang="ko-KR" dirty="0"/>
              <a:t>O ring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F24AA3-3005-748F-A726-35DD0BBAC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176051"/>
            <a:ext cx="9144000" cy="72555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ㅁ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A45719-4A3E-8F2C-7770-5144C7A5C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6" y="1670092"/>
            <a:ext cx="6855608" cy="458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82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4A784-3453-32D7-83E7-C5A60E70F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285261-A66B-6B80-8744-02DE9D955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477" y="226031"/>
            <a:ext cx="11474707" cy="1085262"/>
          </a:xfrm>
        </p:spPr>
        <p:txBody>
          <a:bodyPr>
            <a:normAutofit/>
          </a:bodyPr>
          <a:lstStyle/>
          <a:p>
            <a:r>
              <a:rPr lang="ko-KR" altLang="en-US" dirty="0"/>
              <a:t>발사하기로 최종결정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D9DBFA1E-83DF-9A68-49F4-820ED664B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4830" y="3088330"/>
            <a:ext cx="9144000" cy="1655762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solidFill>
                  <a:srgbClr val="FF0000"/>
                </a:solidFill>
              </a:rPr>
              <a:t>데이터 분석을 해본 결과 </a:t>
            </a:r>
            <a:endParaRPr lang="en-US" altLang="ko-KR" sz="4000" b="1" dirty="0">
              <a:solidFill>
                <a:srgbClr val="FF0000"/>
              </a:solidFill>
            </a:endParaRPr>
          </a:p>
          <a:p>
            <a:r>
              <a:rPr lang="en-US" altLang="ko-KR" sz="4000" b="1" dirty="0">
                <a:solidFill>
                  <a:srgbClr val="FF0000"/>
                </a:solidFill>
              </a:rPr>
              <a:t>Oring</a:t>
            </a:r>
            <a:r>
              <a:rPr lang="ko-KR" altLang="en-US" sz="4000" b="1" dirty="0">
                <a:solidFill>
                  <a:srgbClr val="FF0000"/>
                </a:solidFill>
              </a:rPr>
              <a:t>과 </a:t>
            </a:r>
            <a:r>
              <a:rPr lang="ko-KR" altLang="en-US" sz="4000" b="1" dirty="0" err="1">
                <a:solidFill>
                  <a:srgbClr val="FF0000"/>
                </a:solidFill>
              </a:rPr>
              <a:t>온도랑</a:t>
            </a:r>
            <a:r>
              <a:rPr lang="ko-KR" altLang="en-US" sz="4000" b="1" dirty="0">
                <a:solidFill>
                  <a:srgbClr val="FF0000"/>
                </a:solidFill>
              </a:rPr>
              <a:t> 문제 없음</a:t>
            </a:r>
            <a:r>
              <a:rPr lang="en-US" altLang="ko-KR" sz="4000" b="1" dirty="0">
                <a:solidFill>
                  <a:srgbClr val="FF0000"/>
                </a:solidFill>
              </a:rPr>
              <a:t>!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237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3DC0-0F6A-5D34-A075-7BBDE5EB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D310A-C22C-2EF2-EA0D-8170ED45D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477" y="226031"/>
            <a:ext cx="11474707" cy="1085262"/>
          </a:xfrm>
        </p:spPr>
        <p:txBody>
          <a:bodyPr>
            <a:normAutofit/>
          </a:bodyPr>
          <a:lstStyle/>
          <a:p>
            <a:r>
              <a:rPr lang="ko-KR" altLang="en-US" dirty="0"/>
              <a:t>실제 발사 영상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47489AA3-4A35-8017-84EF-EC8D2215DA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284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9D6D0-6679-2C2A-CA14-58B89F8F0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CC6B3-2CC9-E4C7-F58A-1477B070E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477" y="226031"/>
            <a:ext cx="11474707" cy="1085262"/>
          </a:xfrm>
        </p:spPr>
        <p:txBody>
          <a:bodyPr>
            <a:normAutofit/>
          </a:bodyPr>
          <a:lstStyle/>
          <a:p>
            <a:r>
              <a:rPr lang="ko-KR" altLang="en-US" dirty="0"/>
              <a:t>미국 전국민의 충격</a:t>
            </a:r>
          </a:p>
        </p:txBody>
      </p:sp>
      <p:pic>
        <p:nvPicPr>
          <p:cNvPr id="11266" name="Picture 2" descr="환호→비명 되는데 '73초'…경고 무시한 NASA, 결국 터진 대참사[뉴스속오늘]">
            <a:extLst>
              <a:ext uri="{FF2B5EF4-FFF2-40B4-BE49-F238E27FC236}">
                <a16:creationId xmlns:a16="http://schemas.microsoft.com/office/drawing/2014/main" id="{4CC64141-2A04-552B-F140-D6A9C9264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639" y="1788130"/>
            <a:ext cx="6850722" cy="447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095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F67D1-DEC9-8A84-445E-D8379D249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A3B10-03AC-BE65-2237-6779A2D1D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477" y="226031"/>
            <a:ext cx="11474707" cy="1085262"/>
          </a:xfrm>
        </p:spPr>
        <p:txBody>
          <a:bodyPr>
            <a:normAutofit/>
          </a:bodyPr>
          <a:lstStyle/>
          <a:p>
            <a:r>
              <a:rPr lang="ko-KR" altLang="en-US" dirty="0"/>
              <a:t>무엇이 문제였을까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DBBF8C0B-8D6E-1E93-7366-5F57F227E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228" y="1544976"/>
            <a:ext cx="5236396" cy="4876372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rabicPeriod"/>
            </a:pPr>
            <a:r>
              <a:rPr lang="ko-KR" altLang="en-US" dirty="0"/>
              <a:t>안전 규칙 위반</a:t>
            </a:r>
            <a:r>
              <a:rPr lang="en-US" altLang="ko-KR" dirty="0"/>
              <a:t>?</a:t>
            </a:r>
          </a:p>
          <a:p>
            <a:pPr marL="457200" indent="-457200">
              <a:buAutoNum type="arabicPeriod"/>
            </a:pPr>
            <a:endParaRPr lang="en-US" altLang="ko-KR" dirty="0"/>
          </a:p>
          <a:p>
            <a:pPr marL="457200" indent="-457200">
              <a:buAutoNum type="arabicPeriod"/>
            </a:pPr>
            <a:r>
              <a:rPr lang="ko-KR" altLang="en-US" dirty="0"/>
              <a:t>경제적인 이유</a:t>
            </a:r>
            <a:r>
              <a:rPr lang="en-US" altLang="ko-KR" dirty="0"/>
              <a:t>?</a:t>
            </a:r>
          </a:p>
          <a:p>
            <a:pPr marL="457200" indent="-457200">
              <a:buAutoNum type="arabicPeriod"/>
            </a:pPr>
            <a:endParaRPr lang="en-US" altLang="ko-KR" dirty="0"/>
          </a:p>
          <a:p>
            <a:pPr marL="457200" indent="-457200">
              <a:buAutoNum type="arabicPeriod"/>
            </a:pPr>
            <a:r>
              <a:rPr lang="ko-KR" altLang="en-US" dirty="0"/>
              <a:t>예산 긴축 때문에</a:t>
            </a:r>
            <a:r>
              <a:rPr lang="en-US" altLang="ko-KR" dirty="0"/>
              <a:t>?</a:t>
            </a:r>
          </a:p>
          <a:p>
            <a:pPr marL="457200" indent="-457200">
              <a:buAutoNum type="arabicPeriod"/>
            </a:pPr>
            <a:endParaRPr lang="en-US" altLang="ko-KR" dirty="0"/>
          </a:p>
          <a:p>
            <a:pPr marL="457200" indent="-457200">
              <a:buAutoNum type="arabicPeriod"/>
            </a:pPr>
            <a:r>
              <a:rPr lang="ko-KR" altLang="en-US" dirty="0"/>
              <a:t>언론으로부터의 조롱</a:t>
            </a:r>
            <a:r>
              <a:rPr lang="en-US" altLang="ko-KR" dirty="0"/>
              <a:t>?</a:t>
            </a:r>
          </a:p>
          <a:p>
            <a:pPr marL="457200" indent="-457200">
              <a:buAutoNum type="arabicPeriod"/>
            </a:pPr>
            <a:endParaRPr lang="en-US" altLang="ko-KR" dirty="0"/>
          </a:p>
          <a:p>
            <a:pPr marL="457200" indent="-457200">
              <a:buAutoNum type="arabicPeriod"/>
            </a:pPr>
            <a:r>
              <a:rPr lang="ko-KR" altLang="en-US" dirty="0"/>
              <a:t>대통령의 국정연설이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28</a:t>
            </a:r>
            <a:r>
              <a:rPr lang="ko-KR" altLang="en-US" dirty="0"/>
              <a:t>일 저녁 예정이었기 때문에</a:t>
            </a:r>
            <a:r>
              <a:rPr lang="en-US" altLang="ko-KR" dirty="0"/>
              <a:t>?</a:t>
            </a:r>
          </a:p>
          <a:p>
            <a:pPr marL="457200" indent="-457200">
              <a:buAutoNum type="arabicPeriod"/>
            </a:pPr>
            <a:endParaRPr lang="en-US" altLang="ko-KR" dirty="0"/>
          </a:p>
          <a:p>
            <a:pPr marL="457200" indent="-457200">
              <a:buAutoNum type="arabicPeriod"/>
            </a:pPr>
            <a:r>
              <a:rPr lang="ko-KR" altLang="en-US" dirty="0"/>
              <a:t>비상 탈출 시스템의 부재</a:t>
            </a:r>
            <a:r>
              <a:rPr lang="en-US" altLang="ko-KR" dirty="0"/>
              <a:t>?</a:t>
            </a:r>
          </a:p>
          <a:p>
            <a:pPr marL="457200" indent="-457200">
              <a:buAutoNum type="arabicPeriod"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8A086F-A8E7-9AE6-CD5F-309DC8E4F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944" y="3708969"/>
            <a:ext cx="4448811" cy="247356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C462ED47-A022-E446-CFE0-9194B61B9C91}"/>
                  </a:ext>
                </a:extLst>
              </p14:cNvPr>
              <p14:cNvContentPartPr/>
              <p14:nvPr/>
            </p14:nvContentPartPr>
            <p14:xfrm>
              <a:off x="457200" y="1009800"/>
              <a:ext cx="10960560" cy="56581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C462ED47-A022-E446-CFE0-9194B61B9C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7840" y="1000440"/>
                <a:ext cx="10979280" cy="567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950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2AF9-194C-8D42-F4B7-5E9715E33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607A8-C406-CE0F-D796-BBEB0A90E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659"/>
            <a:ext cx="9144000" cy="1094063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챌린저호 데이터 분석하기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8D017D-56F5-BC01-BED4-0687429B7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237696"/>
            <a:ext cx="9144000" cy="72555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ㅁ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B26CE2-8667-B53B-7CC1-F2248448E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452" y="1351722"/>
            <a:ext cx="6347731" cy="52937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1DB1B295-DC43-5629-8439-3AE5699B45E0}"/>
                  </a:ext>
                </a:extLst>
              </p14:cNvPr>
              <p14:cNvContentPartPr/>
              <p14:nvPr/>
            </p14:nvContentPartPr>
            <p14:xfrm>
              <a:off x="393840" y="723960"/>
              <a:ext cx="11493720" cy="558180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1DB1B295-DC43-5629-8439-3AE5699B45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480" y="714600"/>
                <a:ext cx="11512440" cy="560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8351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E5F73-26F4-1133-12EE-DA9B2AC6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BCC15-54EE-8F0F-2972-9EA739FCC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659"/>
            <a:ext cx="9144000" cy="1094063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챌린저호 데이터 분석하기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8BFDB6-37AA-20D4-BCE9-50C5A98E3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4890" y="3154639"/>
            <a:ext cx="9144000" cy="1222153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실제 발사 당시 온도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화씨 </a:t>
            </a:r>
            <a:r>
              <a:rPr lang="en-US" altLang="ko-KR" dirty="0"/>
              <a:t>31</a:t>
            </a:r>
            <a:r>
              <a:rPr lang="ko-KR" altLang="en-US" dirty="0"/>
              <a:t>도 </a:t>
            </a:r>
            <a:r>
              <a:rPr lang="en-US" altLang="ko-KR" dirty="0"/>
              <a:t>(= </a:t>
            </a:r>
            <a:r>
              <a:rPr lang="ko-KR" altLang="en-US" dirty="0"/>
              <a:t>섭씨 </a:t>
            </a:r>
            <a:r>
              <a:rPr lang="en-US" altLang="ko-KR" dirty="0"/>
              <a:t>-1</a:t>
            </a:r>
            <a:r>
              <a:rPr lang="ko-KR" altLang="en-US" dirty="0"/>
              <a:t>도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5FC1BC-BDF0-277C-3047-4ED1BEA23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24704"/>
            <a:ext cx="5858106" cy="47164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0609AE65-2379-05B3-7024-C01979F03854}"/>
                  </a:ext>
                </a:extLst>
              </p14:cNvPr>
              <p14:cNvContentPartPr/>
              <p14:nvPr/>
            </p14:nvContentPartPr>
            <p14:xfrm>
              <a:off x="977760" y="0"/>
              <a:ext cx="10262160" cy="64710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0609AE65-2379-05B3-7024-C01979F038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8400" y="-9360"/>
                <a:ext cx="10280880" cy="648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273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782EE-DF90-6AE3-6076-399C6F0A2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01C14-5241-EE37-35A4-701A0BB28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319" y="257659"/>
            <a:ext cx="10438544" cy="1094063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챌린저호 데이터 분석하기 </a:t>
            </a:r>
            <a:r>
              <a:rPr lang="en-US" altLang="ko-KR" dirty="0"/>
              <a:t>- </a:t>
            </a:r>
            <a:r>
              <a:rPr lang="ko-KR" altLang="en-US" dirty="0"/>
              <a:t>비교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8CC16A-F9C2-AB24-EE39-3FE58B6B1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176051"/>
            <a:ext cx="9144000" cy="72555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ㅁ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9F90B7-E261-699B-19C5-B38EAFAC2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737" y="1630098"/>
            <a:ext cx="5734052" cy="461659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91C34A9-ED3D-EE95-755B-255465CE5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7" y="1506807"/>
            <a:ext cx="5997403" cy="50016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F669CF3-8532-E349-691A-2F0F72E26099}"/>
                  </a:ext>
                </a:extLst>
              </p14:cNvPr>
              <p14:cNvContentPartPr/>
              <p14:nvPr/>
            </p14:nvContentPartPr>
            <p14:xfrm>
              <a:off x="412920" y="0"/>
              <a:ext cx="11442960" cy="66870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F669CF3-8532-E349-691A-2F0F72E260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3560" y="-9360"/>
                <a:ext cx="11461680" cy="670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0235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9746B-67A4-C95D-1E4C-C2F80D415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24C9C-5D3E-A061-81AF-ABA0479AF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319" y="257659"/>
            <a:ext cx="10438544" cy="1094063"/>
          </a:xfrm>
        </p:spPr>
        <p:txBody>
          <a:bodyPr>
            <a:normAutofit/>
          </a:bodyPr>
          <a:lstStyle/>
          <a:p>
            <a:r>
              <a:rPr lang="ko-KR" altLang="en-US" dirty="0"/>
              <a:t>실제 발사 직후 사진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2C1FB7-6189-E7EA-F438-5AE1D79EC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176051"/>
            <a:ext cx="9144000" cy="72555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ㅁ</a:t>
            </a:r>
            <a:endParaRPr lang="en-US" altLang="ko-KR" dirty="0"/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854B9850-C509-0ABF-4E44-3CBE4B575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588" y="1602769"/>
            <a:ext cx="6663429" cy="4997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1A58466C-CA7F-4375-7CEE-50ADB8111BF6}"/>
                  </a:ext>
                </a:extLst>
              </p14:cNvPr>
              <p14:cNvContentPartPr/>
              <p14:nvPr/>
            </p14:nvContentPartPr>
            <p14:xfrm>
              <a:off x="5994360" y="2590920"/>
              <a:ext cx="2457720" cy="253404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1A58466C-CA7F-4375-7CEE-50ADB8111B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85000" y="2581560"/>
                <a:ext cx="2476440" cy="255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3235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45F75-855D-68B4-7596-DA6D8ABDF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CC0CF-5B97-6612-64EC-8B2C8FAD4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594" y="689174"/>
            <a:ext cx="10438544" cy="1094063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데이터 분석 때 </a:t>
            </a:r>
            <a:br>
              <a:rPr lang="en-US" altLang="ko-KR" dirty="0"/>
            </a:br>
            <a:r>
              <a:rPr lang="ko-KR" altLang="en-US" dirty="0"/>
              <a:t>무엇을 조심해야 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AC8573-F4FD-01F6-72B9-286B46357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3866" y="2703443"/>
            <a:ext cx="9144000" cy="2967892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ko-KR" altLang="en-US" dirty="0"/>
              <a:t>일부 사례만 선택한 것에 대한 함정</a:t>
            </a:r>
            <a:endParaRPr lang="en-US" altLang="ko-KR" dirty="0"/>
          </a:p>
          <a:p>
            <a:pPr marL="457200" indent="-457200">
              <a:buAutoNum type="arabicPeriod"/>
            </a:pPr>
            <a:endParaRPr lang="en-US" altLang="ko-KR" dirty="0"/>
          </a:p>
          <a:p>
            <a:pPr marL="457200" indent="-457200">
              <a:buAutoNum type="arabicPeriod"/>
            </a:pPr>
            <a:r>
              <a:rPr lang="ko-KR" altLang="en-US" dirty="0" err="1"/>
              <a:t>빠져있는지</a:t>
            </a:r>
            <a:r>
              <a:rPr lang="ko-KR" altLang="en-US" dirty="0"/>
              <a:t> 우리가 모르는 데이터</a:t>
            </a:r>
            <a:r>
              <a:rPr lang="en-US" altLang="ko-KR" dirty="0"/>
              <a:t>(Unknown </a:t>
            </a:r>
            <a:r>
              <a:rPr lang="en-US" altLang="ko-KR" dirty="0" err="1"/>
              <a:t>unkowns</a:t>
            </a:r>
            <a:r>
              <a:rPr lang="en-US" altLang="ko-KR" dirty="0"/>
              <a:t>)</a:t>
            </a:r>
            <a:r>
              <a:rPr lang="ko-KR" altLang="en-US" dirty="0"/>
              <a:t>에 대한 함정</a:t>
            </a:r>
            <a:endParaRPr lang="en-US" altLang="ko-KR" dirty="0"/>
          </a:p>
          <a:p>
            <a:pPr marL="457200" indent="-457200">
              <a:buAutoNum type="arabicPeriod"/>
            </a:pPr>
            <a:endParaRPr lang="en-US" altLang="ko-KR" dirty="0"/>
          </a:p>
          <a:p>
            <a:pPr marL="457200" indent="-457200">
              <a:buAutoNum type="arabicPeriod"/>
            </a:pPr>
            <a:r>
              <a:rPr lang="ko-KR" altLang="en-US" dirty="0"/>
              <a:t>외부 요인을 고려하지 않은 것에 대한 함정</a:t>
            </a:r>
            <a:endParaRPr lang="en-US" altLang="ko-KR" dirty="0"/>
          </a:p>
          <a:p>
            <a:endParaRPr lang="en-US" altLang="ko-K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F3404DA5-6016-48D5-A696-FA99CCB5C31F}"/>
                  </a:ext>
                </a:extLst>
              </p14:cNvPr>
              <p14:cNvContentPartPr/>
              <p14:nvPr/>
            </p14:nvContentPartPr>
            <p14:xfrm>
              <a:off x="927000" y="0"/>
              <a:ext cx="10414440" cy="631872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F3404DA5-6016-48D5-A696-FA99CCB5C3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640" y="-9360"/>
                <a:ext cx="10433160" cy="633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5410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2FEBF-B6D4-EDC8-440D-B75B67536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10377-D6C6-D731-9A4E-2FDCD41AF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594" y="689174"/>
            <a:ext cx="10438544" cy="1094063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혹은 실무자의 말을 들었더라면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5470D5F-59AE-26A9-A804-6C2BCF9FB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670" y="2040759"/>
            <a:ext cx="3318660" cy="442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94030D1A-960B-706F-BA05-127BBF8686BB}"/>
                  </a:ext>
                </a:extLst>
              </p14:cNvPr>
              <p14:cNvContentPartPr/>
              <p14:nvPr/>
            </p14:nvContentPartPr>
            <p14:xfrm>
              <a:off x="-228600" y="0"/>
              <a:ext cx="11131920" cy="66423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94030D1A-960B-706F-BA05-127BBF8686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37960" y="-9360"/>
                <a:ext cx="11150640" cy="666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0914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FE7BC-4AB7-E8E1-F3A3-50A374AA2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A4D62-CF20-76A0-EF5D-A21DD9262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9128" y="605795"/>
            <a:ext cx="10438544" cy="1094063"/>
          </a:xfrm>
        </p:spPr>
        <p:txBody>
          <a:bodyPr>
            <a:normAutofit/>
          </a:bodyPr>
          <a:lstStyle/>
          <a:p>
            <a:r>
              <a:rPr lang="ko-KR" altLang="en-US" dirty="0"/>
              <a:t>지금까지는 빙산의 일각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AutoShape 2" descr="빙산 - 나무위키">
            <a:extLst>
              <a:ext uri="{FF2B5EF4-FFF2-40B4-BE49-F238E27FC236}">
                <a16:creationId xmlns:a16="http://schemas.microsoft.com/office/drawing/2014/main" id="{0A12D888-ABFB-9371-ABBE-FD7BCC39E9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F9FAE6F-4785-FC53-0088-C6CE6004C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861" y="2225439"/>
            <a:ext cx="6122817" cy="419210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DE7001A0-CBBA-A5F8-4C8F-78887033384E}"/>
                  </a:ext>
                </a:extLst>
              </p14:cNvPr>
              <p14:cNvContentPartPr/>
              <p14:nvPr/>
            </p14:nvContentPartPr>
            <p14:xfrm>
              <a:off x="-57240" y="685800"/>
              <a:ext cx="8579160" cy="606456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DE7001A0-CBBA-A5F8-4C8F-7888703338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6600" y="676440"/>
                <a:ext cx="8597880" cy="608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9442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389</Words>
  <Application>Microsoft Office PowerPoint</Application>
  <PresentationFormat>와이드스크린</PresentationFormat>
  <Paragraphs>70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데이터의 함정</vt:lpstr>
      <vt:lpstr>실제 사례</vt:lpstr>
      <vt:lpstr>우주왕복선 - 챌린저호</vt:lpstr>
      <vt:lpstr>우주왕복선 - 챌린저호</vt:lpstr>
      <vt:lpstr>많은 미국인이 관심을 가졌던 이벤트</vt:lpstr>
      <vt:lpstr>발사가 쉽지 않았음…</vt:lpstr>
      <vt:lpstr>27일 밤의 상황</vt:lpstr>
      <vt:lpstr>O ring이란?</vt:lpstr>
      <vt:lpstr>발사하기로 최종결정!</vt:lpstr>
      <vt:lpstr>실제 발사 영상</vt:lpstr>
      <vt:lpstr>미국 전국민의 충격</vt:lpstr>
      <vt:lpstr>무엇이 문제였을까?</vt:lpstr>
      <vt:lpstr>챌린저호 데이터 분석하기 1</vt:lpstr>
      <vt:lpstr>챌린저호 데이터 분석하기 2</vt:lpstr>
      <vt:lpstr>챌린저호 데이터 분석하기 - 비교</vt:lpstr>
      <vt:lpstr>실제 발사 직후 사진</vt:lpstr>
      <vt:lpstr>데이터 분석 때  무엇을 조심해야 할까?</vt:lpstr>
      <vt:lpstr>혹은 실무자의 말을 들었더라면…</vt:lpstr>
      <vt:lpstr>지금까지는 빙산의 일각…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정욱 서</dc:creator>
  <cp:lastModifiedBy>정욱 서</cp:lastModifiedBy>
  <cp:revision>25</cp:revision>
  <dcterms:created xsi:type="dcterms:W3CDTF">2025-11-17T00:23:15Z</dcterms:created>
  <dcterms:modified xsi:type="dcterms:W3CDTF">2025-11-17T02:01:37Z</dcterms:modified>
</cp:coreProperties>
</file>